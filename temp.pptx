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3561" r:id="rId2"/>
    <p:sldId id="3560" r:id="rId3"/>
    <p:sldId id="3563" r:id="rId4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6600"/>
    <a:srgbClr val="CC9900"/>
    <a:srgbClr val="CCCC00"/>
    <a:srgbClr val="FFCC66"/>
    <a:srgbClr val="FFFFCC"/>
    <a:srgbClr val="FDF3DB"/>
    <a:srgbClr val="2260DC"/>
    <a:srgbClr val="F0F0F0"/>
    <a:srgbClr val="F8D462"/>
    <a:srgbClr val="4C6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65121" autoAdjust="0"/>
  </p:normalViewPr>
  <p:slideViewPr>
    <p:cSldViewPr>
      <p:cViewPr>
        <p:scale>
          <a:sx n="100" d="100"/>
          <a:sy n="100" d="100"/>
        </p:scale>
        <p:origin x="900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8/10/relationships/authors" Target="authors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2026/9/23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2026/9/23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A118-237F-B4E2-2712-8830EBE37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3453D5E-C352-FFB5-43A0-8712E0510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A023EC0-FDAF-3863-C8C3-E505C2CD18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FBD2B7-44AF-48A0-03E5-A8221130D6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69551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4101F-2887-956A-A20B-ED3DCF165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F456C118-83A0-204A-526E-A2E69C5E54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719A5F2-8E55-3987-CC5F-D50EDB9D9F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750DFB-5486-524C-10D1-424B3401F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97250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 ftr="0" dt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1E5A2-1B7E-98CC-E06F-676BB9443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圖片 184">
            <a:extLst>
              <a:ext uri="{FF2B5EF4-FFF2-40B4-BE49-F238E27FC236}">
                <a16:creationId xmlns:a16="http://schemas.microsoft.com/office/drawing/2014/main" id="{5205A210-9CC8-897C-69C3-139C0F9E20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217" y="413454"/>
            <a:ext cx="2260692" cy="898734"/>
          </a:xfrm>
          <a:prstGeom prst="rect">
            <a:avLst/>
          </a:prstGeom>
        </p:spPr>
      </p:pic>
      <p:graphicFrame>
        <p:nvGraphicFramePr>
          <p:cNvPr id="111" name="表格 110">
            <a:extLst>
              <a:ext uri="{FF2B5EF4-FFF2-40B4-BE49-F238E27FC236}">
                <a16:creationId xmlns:a16="http://schemas.microsoft.com/office/drawing/2014/main" id="{7E260945-4FEC-01AF-525F-DDA0D523AE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359006"/>
              </p:ext>
            </p:extLst>
          </p:nvPr>
        </p:nvGraphicFramePr>
        <p:xfrm>
          <a:off x="6712195" y="2865683"/>
          <a:ext cx="36576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49" name="矩形 148">
            <a:extLst>
              <a:ext uri="{FF2B5EF4-FFF2-40B4-BE49-F238E27FC236}">
                <a16:creationId xmlns:a16="http://schemas.microsoft.com/office/drawing/2014/main" id="{0840C22B-81C7-644A-23E5-50CEDE5C5372}"/>
              </a:ext>
            </a:extLst>
          </p:cNvPr>
          <p:cNvSpPr/>
          <p:nvPr/>
        </p:nvSpPr>
        <p:spPr>
          <a:xfrm>
            <a:off x="6686829" y="4122918"/>
            <a:ext cx="422316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5" name="表格 174">
            <a:extLst>
              <a:ext uri="{FF2B5EF4-FFF2-40B4-BE49-F238E27FC236}">
                <a16:creationId xmlns:a16="http://schemas.microsoft.com/office/drawing/2014/main" id="{FE4DA193-8730-665B-0F33-7162CBB46C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414361"/>
              </p:ext>
            </p:extLst>
          </p:nvPr>
        </p:nvGraphicFramePr>
        <p:xfrm>
          <a:off x="4539794" y="2401607"/>
          <a:ext cx="109327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2146389038"/>
                    </a:ext>
                  </a:extLst>
                </a:gridCol>
                <a:gridCol w="222080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545989195"/>
                    </a:ext>
                  </a:extLst>
                </a:gridCol>
                <a:gridCol w="21351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262" name="矩形 261">
            <a:extLst>
              <a:ext uri="{FF2B5EF4-FFF2-40B4-BE49-F238E27FC236}">
                <a16:creationId xmlns:a16="http://schemas.microsoft.com/office/drawing/2014/main" id="{D21908EB-6E30-409C-0CC4-C4BC68570BE2}"/>
              </a:ext>
            </a:extLst>
          </p:cNvPr>
          <p:cNvSpPr/>
          <p:nvPr/>
        </p:nvSpPr>
        <p:spPr>
          <a:xfrm>
            <a:off x="4519042" y="2379267"/>
            <a:ext cx="1138808" cy="257645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accent1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cxnSp>
        <p:nvCxnSpPr>
          <p:cNvPr id="110" name="直線單箭頭接點 109">
            <a:extLst>
              <a:ext uri="{FF2B5EF4-FFF2-40B4-BE49-F238E27FC236}">
                <a16:creationId xmlns:a16="http://schemas.microsoft.com/office/drawing/2014/main" id="{1D57BE8B-0F0D-F24A-2460-42F43D67A94C}"/>
              </a:ext>
            </a:extLst>
          </p:cNvPr>
          <p:cNvCxnSpPr>
            <a:cxnSpLocks/>
          </p:cNvCxnSpPr>
          <p:nvPr/>
        </p:nvCxnSpPr>
        <p:spPr>
          <a:xfrm>
            <a:off x="5940152" y="3652312"/>
            <a:ext cx="505265" cy="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5" name="表格 64">
            <a:extLst>
              <a:ext uri="{FF2B5EF4-FFF2-40B4-BE49-F238E27FC236}">
                <a16:creationId xmlns:a16="http://schemas.microsoft.com/office/drawing/2014/main" id="{43EC8D90-DE05-7696-BF5D-7128E18B15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3046191"/>
              </p:ext>
            </p:extLst>
          </p:nvPr>
        </p:nvGraphicFramePr>
        <p:xfrm>
          <a:off x="2627784" y="2865683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193" name="矩形 192">
            <a:extLst>
              <a:ext uri="{FF2B5EF4-FFF2-40B4-BE49-F238E27FC236}">
                <a16:creationId xmlns:a16="http://schemas.microsoft.com/office/drawing/2014/main" id="{7D5610A7-E225-1744-85FA-73E7A829145F}"/>
              </a:ext>
            </a:extLst>
          </p:cNvPr>
          <p:cNvSpPr/>
          <p:nvPr/>
        </p:nvSpPr>
        <p:spPr>
          <a:xfrm>
            <a:off x="4842617" y="949564"/>
            <a:ext cx="1054724" cy="571789"/>
          </a:xfrm>
          <a:prstGeom prst="rect">
            <a:avLst/>
          </a:prstGeom>
          <a:solidFill>
            <a:srgbClr val="FFFFCC">
              <a:alpha val="20000"/>
            </a:srgbClr>
          </a:solidFill>
          <a:ln w="19050">
            <a:solidFill>
              <a:srgbClr val="CCCC00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178" name="表格 177">
            <a:extLst>
              <a:ext uri="{FF2B5EF4-FFF2-40B4-BE49-F238E27FC236}">
                <a16:creationId xmlns:a16="http://schemas.microsoft.com/office/drawing/2014/main" id="{8DDF1167-3B3F-205E-18C9-A211CB0C15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300898"/>
              </p:ext>
            </p:extLst>
          </p:nvPr>
        </p:nvGraphicFramePr>
        <p:xfrm>
          <a:off x="6712195" y="2403659"/>
          <a:ext cx="380085" cy="212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08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215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561E3745-692F-B7C1-2D8E-F65C1DAB03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092190"/>
              </p:ext>
            </p:extLst>
          </p:nvPr>
        </p:nvGraphicFramePr>
        <p:xfrm>
          <a:off x="738344" y="2865683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21DE8883-3968-CF7D-74E3-0742E8294D7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ecurrent 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eural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N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etwork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Vanishing gradient limits long-term memory.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E6325FBF-F975-BC66-BE0D-C4F3241865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675930"/>
              </p:ext>
            </p:extLst>
          </p:nvPr>
        </p:nvGraphicFramePr>
        <p:xfrm>
          <a:off x="4539795" y="2865683"/>
          <a:ext cx="109327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615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463907018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3232046640"/>
                    </a:ext>
                  </a:extLst>
                </a:gridCol>
                <a:gridCol w="216915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80" name="文字方塊 79">
            <a:extLst>
              <a:ext uri="{FF2B5EF4-FFF2-40B4-BE49-F238E27FC236}">
                <a16:creationId xmlns:a16="http://schemas.microsoft.com/office/drawing/2014/main" id="{23BFE739-12E8-B948-EBCC-08BCC0A1B97B}"/>
              </a:ext>
            </a:extLst>
          </p:cNvPr>
          <p:cNvSpPr txBox="1"/>
          <p:nvPr/>
        </p:nvSpPr>
        <p:spPr>
          <a:xfrm>
            <a:off x="1802326" y="4528131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718AE05A-8AB3-63E8-DC18-C7D5DDEF63AC}"/>
              </a:ext>
            </a:extLst>
          </p:cNvPr>
          <p:cNvSpPr txBox="1"/>
          <p:nvPr/>
        </p:nvSpPr>
        <p:spPr>
          <a:xfrm>
            <a:off x="4869250" y="2310167"/>
            <a:ext cx="365760" cy="9144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1*5</a:t>
            </a:r>
            <a:endParaRPr lang="zh-TW" altLang="en-US" sz="1200" b="1" dirty="0"/>
          </a:p>
        </p:txBody>
      </p:sp>
      <p:graphicFrame>
        <p:nvGraphicFramePr>
          <p:cNvPr id="139" name="表格 138">
            <a:extLst>
              <a:ext uri="{FF2B5EF4-FFF2-40B4-BE49-F238E27FC236}">
                <a16:creationId xmlns:a16="http://schemas.microsoft.com/office/drawing/2014/main" id="{2FE7D103-E76F-68B6-BCC7-EE2E52B354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7918849"/>
              </p:ext>
            </p:extLst>
          </p:nvPr>
        </p:nvGraphicFramePr>
        <p:xfrm>
          <a:off x="2627784" y="2422709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684FD4A8-A4B2-594F-93DF-0827CBEA6437}"/>
              </a:ext>
            </a:extLst>
          </p:cNvPr>
          <p:cNvSpPr txBox="1"/>
          <p:nvPr/>
        </p:nvSpPr>
        <p:spPr>
          <a:xfrm>
            <a:off x="620881" y="1556792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h0(t)</a:t>
            </a:r>
            <a:endParaRPr lang="zh-TW" altLang="en-US" sz="1200" dirty="0"/>
          </a:p>
        </p:txBody>
      </p:sp>
      <p:graphicFrame>
        <p:nvGraphicFramePr>
          <p:cNvPr id="169" name="表格 168">
            <a:extLst>
              <a:ext uri="{FF2B5EF4-FFF2-40B4-BE49-F238E27FC236}">
                <a16:creationId xmlns:a16="http://schemas.microsoft.com/office/drawing/2014/main" id="{B2FF5E38-1281-8626-137A-68A660192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9406215"/>
              </p:ext>
            </p:extLst>
          </p:nvPr>
        </p:nvGraphicFramePr>
        <p:xfrm>
          <a:off x="300959" y="2437277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71" name="表格 170">
            <a:extLst>
              <a:ext uri="{FF2B5EF4-FFF2-40B4-BE49-F238E27FC236}">
                <a16:creationId xmlns:a16="http://schemas.microsoft.com/office/drawing/2014/main" id="{FBF7893D-370E-E635-F92F-954FF74CE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508447"/>
              </p:ext>
            </p:extLst>
          </p:nvPr>
        </p:nvGraphicFramePr>
        <p:xfrm>
          <a:off x="740801" y="2422709"/>
          <a:ext cx="594018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58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584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1928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73" name="文字方塊 172">
            <a:extLst>
              <a:ext uri="{FF2B5EF4-FFF2-40B4-BE49-F238E27FC236}">
                <a16:creationId xmlns:a16="http://schemas.microsoft.com/office/drawing/2014/main" id="{D9D73DE7-93FD-FD53-4CD7-A18CBBEA4C9E}"/>
              </a:ext>
            </a:extLst>
          </p:cNvPr>
          <p:cNvSpPr txBox="1"/>
          <p:nvPr/>
        </p:nvSpPr>
        <p:spPr>
          <a:xfrm>
            <a:off x="850003" y="4086215"/>
            <a:ext cx="365760" cy="9144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grpSp>
        <p:nvGrpSpPr>
          <p:cNvPr id="211" name="群組 210">
            <a:extLst>
              <a:ext uri="{FF2B5EF4-FFF2-40B4-BE49-F238E27FC236}">
                <a16:creationId xmlns:a16="http://schemas.microsoft.com/office/drawing/2014/main" id="{F1359D4F-1182-59DF-45ED-07EADBB81931}"/>
              </a:ext>
            </a:extLst>
          </p:cNvPr>
          <p:cNvGrpSpPr/>
          <p:nvPr/>
        </p:nvGrpSpPr>
        <p:grpSpPr>
          <a:xfrm>
            <a:off x="1679529" y="1556792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zh-TW" altLang="en-US" sz="12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12" name="文字方塊 211">
                  <a:extLst>
                    <a:ext uri="{FF2B5EF4-FFF2-40B4-BE49-F238E27FC236}">
                      <a16:creationId xmlns:a16="http://schemas.microsoft.com/office/drawing/2014/main" id="{0F3F451B-770A-5D03-9477-F3D604E3B0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4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3" name="矩形 212">
              <a:extLst>
                <a:ext uri="{FF2B5EF4-FFF2-40B4-BE49-F238E27FC236}">
                  <a16:creationId xmlns:a16="http://schemas.microsoft.com/office/drawing/2014/main" id="{6880CA49-2418-B49D-2B41-D95EF986D9BF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h1(4)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14" name="群組 213">
            <a:extLst>
              <a:ext uri="{FF2B5EF4-FFF2-40B4-BE49-F238E27FC236}">
                <a16:creationId xmlns:a16="http://schemas.microsoft.com/office/drawing/2014/main" id="{C6D2DF37-42AF-BCB9-964F-E6DF8AB313B9}"/>
              </a:ext>
            </a:extLst>
          </p:cNvPr>
          <p:cNvGrpSpPr/>
          <p:nvPr/>
        </p:nvGrpSpPr>
        <p:grpSpPr>
          <a:xfrm>
            <a:off x="3923928" y="1556791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(0)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𝐔𝟐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15" name="文字方塊 214">
                  <a:extLst>
                    <a:ext uri="{FF2B5EF4-FFF2-40B4-BE49-F238E27FC236}">
                      <a16:creationId xmlns:a16="http://schemas.microsoft.com/office/drawing/2014/main" id="{8FE6EBEB-6DD2-1864-3460-C241A9ED92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5"/>
                  <a:stretch>
                    <a:fillRect l="-2857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6" name="矩形 215">
              <a:extLst>
                <a:ext uri="{FF2B5EF4-FFF2-40B4-BE49-F238E27FC236}">
                  <a16:creationId xmlns:a16="http://schemas.microsoft.com/office/drawing/2014/main" id="{03856099-A7A0-2C7F-BB47-C2902EDD94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h2(1)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sp>
        <p:nvSpPr>
          <p:cNvPr id="221" name="文字方塊 220">
            <a:extLst>
              <a:ext uri="{FF2B5EF4-FFF2-40B4-BE49-F238E27FC236}">
                <a16:creationId xmlns:a16="http://schemas.microsoft.com/office/drawing/2014/main" id="{63B9291D-18FE-56EE-EE29-081EE4CBEDB5}"/>
              </a:ext>
            </a:extLst>
          </p:cNvPr>
          <p:cNvSpPr txBox="1"/>
          <p:nvPr/>
        </p:nvSpPr>
        <p:spPr>
          <a:xfrm>
            <a:off x="3746542" y="4528131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4*2 x 2*5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4*5</a:t>
            </a:r>
            <a:endParaRPr lang="zh-TW" altLang="en-US" sz="1200" b="1" dirty="0"/>
          </a:p>
        </p:txBody>
      </p:sp>
      <p:sp>
        <p:nvSpPr>
          <p:cNvPr id="223" name="文字方塊 222">
            <a:extLst>
              <a:ext uri="{FF2B5EF4-FFF2-40B4-BE49-F238E27FC236}">
                <a16:creationId xmlns:a16="http://schemas.microsoft.com/office/drawing/2014/main" id="{9A816E49-1E23-B7A3-5DFB-43BD22AE96D9}"/>
              </a:ext>
            </a:extLst>
          </p:cNvPr>
          <p:cNvSpPr txBox="1"/>
          <p:nvPr/>
        </p:nvSpPr>
        <p:spPr>
          <a:xfrm>
            <a:off x="5762766" y="4530677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4*5 x 5*n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4*n</a:t>
            </a:r>
            <a:endParaRPr lang="zh-TW" altLang="en-US" sz="1200" b="1" dirty="0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1CE6DD42-D886-51F8-EEED-3CC552E0D9DB}"/>
              </a:ext>
            </a:extLst>
          </p:cNvPr>
          <p:cNvCxnSpPr>
            <a:cxnSpLocks/>
            <a:stCxn id="262" idx="1"/>
            <a:endCxn id="64" idx="0"/>
          </p:cNvCxnSpPr>
          <p:nvPr/>
        </p:nvCxnSpPr>
        <p:spPr>
          <a:xfrm rot="10800000" flipV="1">
            <a:off x="4244884" y="2508090"/>
            <a:ext cx="27415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直線單箭頭接點 279">
            <a:extLst>
              <a:ext uri="{FF2B5EF4-FFF2-40B4-BE49-F238E27FC236}">
                <a16:creationId xmlns:a16="http://schemas.microsoft.com/office/drawing/2014/main" id="{6BEF386E-B437-8EEB-70E0-26F6BEDEC8FB}"/>
              </a:ext>
            </a:extLst>
          </p:cNvPr>
          <p:cNvCxnSpPr>
            <a:cxnSpLocks/>
            <a:stCxn id="80" idx="3"/>
            <a:endCxn id="221" idx="1"/>
          </p:cNvCxnSpPr>
          <p:nvPr/>
        </p:nvCxnSpPr>
        <p:spPr>
          <a:xfrm>
            <a:off x="3059832" y="4623463"/>
            <a:ext cx="686710" cy="0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接點: 肘形 299">
            <a:extLst>
              <a:ext uri="{FF2B5EF4-FFF2-40B4-BE49-F238E27FC236}">
                <a16:creationId xmlns:a16="http://schemas.microsoft.com/office/drawing/2014/main" id="{F990CA25-D6BD-A772-7F78-61ACBB21EB26}"/>
              </a:ext>
            </a:extLst>
          </p:cNvPr>
          <p:cNvCxnSpPr>
            <a:cxnSpLocks/>
            <a:stCxn id="297" idx="1"/>
            <a:endCxn id="312" idx="0"/>
          </p:cNvCxnSpPr>
          <p:nvPr/>
        </p:nvCxnSpPr>
        <p:spPr>
          <a:xfrm rot="10800000" flipV="1">
            <a:off x="2119324" y="3831561"/>
            <a:ext cx="474877" cy="303156"/>
          </a:xfrm>
          <a:prstGeom prst="bentConnector2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5" name="群組 274">
            <a:extLst>
              <a:ext uri="{FF2B5EF4-FFF2-40B4-BE49-F238E27FC236}">
                <a16:creationId xmlns:a16="http://schemas.microsoft.com/office/drawing/2014/main" id="{9E0FB743-6958-A578-6C99-83473B9DD004}"/>
              </a:ext>
            </a:extLst>
          </p:cNvPr>
          <p:cNvGrpSpPr/>
          <p:nvPr/>
        </p:nvGrpSpPr>
        <p:grpSpPr>
          <a:xfrm>
            <a:off x="4062915" y="2277641"/>
            <a:ext cx="293061" cy="359271"/>
            <a:chOff x="1851922" y="1748433"/>
            <a:chExt cx="293061" cy="359271"/>
          </a:xfrm>
        </p:grpSpPr>
        <p:sp>
          <p:nvSpPr>
            <p:cNvPr id="274" name="矩形 273">
              <a:extLst>
                <a:ext uri="{FF2B5EF4-FFF2-40B4-BE49-F238E27FC236}">
                  <a16:creationId xmlns:a16="http://schemas.microsoft.com/office/drawing/2014/main" id="{32F470CD-9527-484C-ED91-2B1420E1135D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49" name="文字方塊 248">
              <a:extLst>
                <a:ext uri="{FF2B5EF4-FFF2-40B4-BE49-F238E27FC236}">
                  <a16:creationId xmlns:a16="http://schemas.microsoft.com/office/drawing/2014/main" id="{48222D2F-EDAC-9F8B-7F64-4B77B4877A2C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cxnSp>
        <p:nvCxnSpPr>
          <p:cNvPr id="310" name="直線單箭頭接點 309">
            <a:extLst>
              <a:ext uri="{FF2B5EF4-FFF2-40B4-BE49-F238E27FC236}">
                <a16:creationId xmlns:a16="http://schemas.microsoft.com/office/drawing/2014/main" id="{34F2EA24-E4AB-F1DB-7DA5-DD4DAA0F44F8}"/>
              </a:ext>
            </a:extLst>
          </p:cNvPr>
          <p:cNvCxnSpPr>
            <a:cxnSpLocks/>
            <a:stCxn id="306" idx="3"/>
            <a:endCxn id="312" idx="1"/>
          </p:cNvCxnSpPr>
          <p:nvPr/>
        </p:nvCxnSpPr>
        <p:spPr>
          <a:xfrm flipV="1">
            <a:off x="1362321" y="4259582"/>
            <a:ext cx="608581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2" name="矩形 311">
            <a:extLst>
              <a:ext uri="{FF2B5EF4-FFF2-40B4-BE49-F238E27FC236}">
                <a16:creationId xmlns:a16="http://schemas.microsoft.com/office/drawing/2014/main" id="{C8E41C1D-C73C-1EFE-AA5B-A5F8547852D3}"/>
              </a:ext>
            </a:extLst>
          </p:cNvPr>
          <p:cNvSpPr/>
          <p:nvPr/>
        </p:nvSpPr>
        <p:spPr>
          <a:xfrm>
            <a:off x="1970902" y="4134717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20B01458-E876-5430-4919-69BEE4E45C77}"/>
              </a:ext>
            </a:extLst>
          </p:cNvPr>
          <p:cNvSpPr/>
          <p:nvPr/>
        </p:nvSpPr>
        <p:spPr>
          <a:xfrm>
            <a:off x="2599209" y="2820992"/>
            <a:ext cx="474037" cy="302600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2D411C6B-126D-99EA-9FB1-FFCCD1C728DD}"/>
              </a:ext>
            </a:extLst>
          </p:cNvPr>
          <p:cNvSpPr/>
          <p:nvPr/>
        </p:nvSpPr>
        <p:spPr>
          <a:xfrm>
            <a:off x="714484" y="4131087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291" name="群組 290">
            <a:extLst>
              <a:ext uri="{FF2B5EF4-FFF2-40B4-BE49-F238E27FC236}">
                <a16:creationId xmlns:a16="http://schemas.microsoft.com/office/drawing/2014/main" id="{EF6DB055-83E6-CC1E-9C79-605D602F6F61}"/>
              </a:ext>
            </a:extLst>
          </p:cNvPr>
          <p:cNvGrpSpPr/>
          <p:nvPr/>
        </p:nvGrpSpPr>
        <p:grpSpPr>
          <a:xfrm>
            <a:off x="1542635" y="4005833"/>
            <a:ext cx="293061" cy="359271"/>
            <a:chOff x="1851922" y="1748433"/>
            <a:chExt cx="293061" cy="359271"/>
          </a:xfrm>
        </p:grpSpPr>
        <p:sp>
          <p:nvSpPr>
            <p:cNvPr id="292" name="矩形 291">
              <a:extLst>
                <a:ext uri="{FF2B5EF4-FFF2-40B4-BE49-F238E27FC236}">
                  <a16:creationId xmlns:a16="http://schemas.microsoft.com/office/drawing/2014/main" id="{1FD8F5AC-B96D-1D39-D534-9612DB8FDDD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3" name="文字方塊 292">
              <a:extLst>
                <a:ext uri="{FF2B5EF4-FFF2-40B4-BE49-F238E27FC236}">
                  <a16:creationId xmlns:a16="http://schemas.microsoft.com/office/drawing/2014/main" id="{1FD601AD-E3DB-FFCF-B2C4-276B9A7DD6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33B91837-FDE7-2B98-4E9A-670ABC005091}"/>
              </a:ext>
            </a:extLst>
          </p:cNvPr>
          <p:cNvGrpSpPr/>
          <p:nvPr/>
        </p:nvGrpSpPr>
        <p:grpSpPr>
          <a:xfrm>
            <a:off x="1979712" y="3573016"/>
            <a:ext cx="293061" cy="359271"/>
            <a:chOff x="1842397" y="1748433"/>
            <a:chExt cx="293061" cy="359271"/>
          </a:xfrm>
        </p:grpSpPr>
        <p:sp>
          <p:nvSpPr>
            <p:cNvPr id="289" name="矩形 288">
              <a:extLst>
                <a:ext uri="{FF2B5EF4-FFF2-40B4-BE49-F238E27FC236}">
                  <a16:creationId xmlns:a16="http://schemas.microsoft.com/office/drawing/2014/main" id="{5B33FBFE-ABD7-B319-632E-F2F996102A22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90" name="文字方塊 289">
              <a:extLst>
                <a:ext uri="{FF2B5EF4-FFF2-40B4-BE49-F238E27FC236}">
                  <a16:creationId xmlns:a16="http://schemas.microsoft.com/office/drawing/2014/main" id="{2AFCC578-CC3E-4310-5021-62CB5C872210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49DB63AE-DFF3-A1FB-E310-2EDAD36A7F17}"/>
              </a:ext>
            </a:extLst>
          </p:cNvPr>
          <p:cNvCxnSpPr>
            <a:cxnSpLocks/>
            <a:stCxn id="332" idx="3"/>
            <a:endCxn id="64" idx="1"/>
          </p:cNvCxnSpPr>
          <p:nvPr/>
        </p:nvCxnSpPr>
        <p:spPr>
          <a:xfrm>
            <a:off x="3073246" y="2972292"/>
            <a:ext cx="988538" cy="1575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矩形 63">
            <a:extLst>
              <a:ext uri="{FF2B5EF4-FFF2-40B4-BE49-F238E27FC236}">
                <a16:creationId xmlns:a16="http://schemas.microsoft.com/office/drawing/2014/main" id="{520FAB37-D34F-3198-04BF-4F56F1547C66}"/>
              </a:ext>
            </a:extLst>
          </p:cNvPr>
          <p:cNvSpPr/>
          <p:nvPr/>
        </p:nvSpPr>
        <p:spPr>
          <a:xfrm>
            <a:off x="4061784" y="2849002"/>
            <a:ext cx="36620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b2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D3D0FE2D-01F1-EFCA-9D69-857B6ABCD528}"/>
              </a:ext>
            </a:extLst>
          </p:cNvPr>
          <p:cNvSpPr/>
          <p:nvPr/>
        </p:nvSpPr>
        <p:spPr>
          <a:xfrm>
            <a:off x="4465162" y="284341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h2(1)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5C466F9D-B161-613C-7EE9-E24545A427AF}"/>
              </a:ext>
            </a:extLst>
          </p:cNvPr>
          <p:cNvSpPr/>
          <p:nvPr/>
        </p:nvSpPr>
        <p:spPr>
          <a:xfrm>
            <a:off x="2304922" y="4124900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h1(4)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pSp>
        <p:nvGrpSpPr>
          <p:cNvPr id="276" name="群組 275">
            <a:extLst>
              <a:ext uri="{FF2B5EF4-FFF2-40B4-BE49-F238E27FC236}">
                <a16:creationId xmlns:a16="http://schemas.microsoft.com/office/drawing/2014/main" id="{3ABBED2F-0124-EC11-CD0E-3D0F8A23719B}"/>
              </a:ext>
            </a:extLst>
          </p:cNvPr>
          <p:cNvGrpSpPr/>
          <p:nvPr/>
        </p:nvGrpSpPr>
        <p:grpSpPr>
          <a:xfrm>
            <a:off x="3630867" y="2719214"/>
            <a:ext cx="293061" cy="349746"/>
            <a:chOff x="1842397" y="1757958"/>
            <a:chExt cx="293061" cy="349746"/>
          </a:xfrm>
        </p:grpSpPr>
        <p:sp>
          <p:nvSpPr>
            <p:cNvPr id="277" name="矩形 276">
              <a:extLst>
                <a:ext uri="{FF2B5EF4-FFF2-40B4-BE49-F238E27FC236}">
                  <a16:creationId xmlns:a16="http://schemas.microsoft.com/office/drawing/2014/main" id="{C924978A-FDED-4E3D-AC22-631138F99753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E8CDCB51-4984-2BF4-90E9-5A4429C5BA4B}"/>
                </a:ext>
              </a:extLst>
            </p:cNvPr>
            <p:cNvSpPr txBox="1"/>
            <p:nvPr/>
          </p:nvSpPr>
          <p:spPr>
            <a:xfrm>
              <a:off x="1842397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2*5</a:t>
              </a:r>
              <a:endParaRPr lang="zh-TW" altLang="en-US" sz="1200" b="1" dirty="0"/>
            </a:p>
          </p:txBody>
        </p:sp>
      </p:grpSp>
      <p:sp>
        <p:nvSpPr>
          <p:cNvPr id="297" name="矩形 296">
            <a:extLst>
              <a:ext uri="{FF2B5EF4-FFF2-40B4-BE49-F238E27FC236}">
                <a16:creationId xmlns:a16="http://schemas.microsoft.com/office/drawing/2014/main" id="{36B2297C-8EF7-B756-250E-09F88E3ADCDE}"/>
              </a:ext>
            </a:extLst>
          </p:cNvPr>
          <p:cNvSpPr/>
          <p:nvPr/>
        </p:nvSpPr>
        <p:spPr>
          <a:xfrm>
            <a:off x="2594200" y="3680261"/>
            <a:ext cx="484682" cy="302600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52AE4122-43B8-6063-5A34-A9387B30DA3D}"/>
              </a:ext>
            </a:extLst>
          </p:cNvPr>
          <p:cNvGrpSpPr/>
          <p:nvPr/>
        </p:nvGrpSpPr>
        <p:grpSpPr>
          <a:xfrm>
            <a:off x="6007131" y="3429000"/>
            <a:ext cx="293061" cy="349746"/>
            <a:chOff x="1842397" y="1757958"/>
            <a:chExt cx="293061" cy="349746"/>
          </a:xfrm>
        </p:grpSpPr>
        <p:sp>
          <p:nvSpPr>
            <p:cNvPr id="102" name="矩形 101">
              <a:extLst>
                <a:ext uri="{FF2B5EF4-FFF2-40B4-BE49-F238E27FC236}">
                  <a16:creationId xmlns:a16="http://schemas.microsoft.com/office/drawing/2014/main" id="{259FEBB2-F300-FDC1-339B-99FCD629334E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W3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7E5B9F85-360F-57CB-7894-1ABA649915A5}"/>
                </a:ext>
              </a:extLst>
            </p:cNvPr>
            <p:cNvSpPr txBox="1"/>
            <p:nvPr/>
          </p:nvSpPr>
          <p:spPr>
            <a:xfrm>
              <a:off x="1842397" y="1757958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5*n</a:t>
              </a:r>
              <a:endParaRPr lang="zh-TW" altLang="en-US" sz="1200" b="1" dirty="0"/>
            </a:p>
          </p:txBody>
        </p:sp>
      </p:grpSp>
      <p:cxnSp>
        <p:nvCxnSpPr>
          <p:cNvPr id="113" name="接點: 肘形 112">
            <a:extLst>
              <a:ext uri="{FF2B5EF4-FFF2-40B4-BE49-F238E27FC236}">
                <a16:creationId xmlns:a16="http://schemas.microsoft.com/office/drawing/2014/main" id="{54E104F4-C2F9-AAD8-F297-0BB56D54CEC0}"/>
              </a:ext>
            </a:extLst>
          </p:cNvPr>
          <p:cNvCxnSpPr>
            <a:cxnSpLocks/>
          </p:cNvCxnSpPr>
          <p:nvPr/>
        </p:nvCxnSpPr>
        <p:spPr>
          <a:xfrm rot="10800000" flipV="1">
            <a:off x="6444208" y="3166823"/>
            <a:ext cx="255108" cy="340912"/>
          </a:xfrm>
          <a:prstGeom prst="bentConnector2">
            <a:avLst/>
          </a:prstGeom>
          <a:ln w="15875">
            <a:solidFill>
              <a:schemeClr val="accent1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0F2A7129-DF7B-2583-8AB0-C70EF3449E59}"/>
              </a:ext>
            </a:extLst>
          </p:cNvPr>
          <p:cNvGrpSpPr/>
          <p:nvPr/>
        </p:nvGrpSpPr>
        <p:grpSpPr>
          <a:xfrm>
            <a:off x="6228184" y="2924944"/>
            <a:ext cx="293061" cy="359271"/>
            <a:chOff x="1851922" y="1748433"/>
            <a:chExt cx="293061" cy="359271"/>
          </a:xfrm>
        </p:grpSpPr>
        <p:sp>
          <p:nvSpPr>
            <p:cNvPr id="106" name="矩形 105">
              <a:extLst>
                <a:ext uri="{FF2B5EF4-FFF2-40B4-BE49-F238E27FC236}">
                  <a16:creationId xmlns:a16="http://schemas.microsoft.com/office/drawing/2014/main" id="{FE551E02-3DF8-21A3-1643-5031F2A3139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U2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07" name="文字方塊 106">
              <a:extLst>
                <a:ext uri="{FF2B5EF4-FFF2-40B4-BE49-F238E27FC236}">
                  <a16:creationId xmlns:a16="http://schemas.microsoft.com/office/drawing/2014/main" id="{986A3C14-CD05-4596-DA8A-7C868838B0D7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5*5</a:t>
              </a:r>
              <a:endParaRPr lang="zh-TW" altLang="en-US" sz="1200" b="1" dirty="0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FE340EAF-8015-F24F-0591-C0397374DCC3}"/>
              </a:ext>
            </a:extLst>
          </p:cNvPr>
          <p:cNvSpPr/>
          <p:nvPr/>
        </p:nvSpPr>
        <p:spPr>
          <a:xfrm>
            <a:off x="8193969" y="2863813"/>
            <a:ext cx="477458" cy="1468498"/>
          </a:xfrm>
          <a:prstGeom prst="rect">
            <a:avLst/>
          </a:prstGeom>
          <a:solidFill>
            <a:schemeClr val="bg2">
              <a:lumMod val="90000"/>
              <a:alpha val="40000"/>
            </a:schemeClr>
          </a:solidFill>
          <a:ln w="190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Linear</a:t>
            </a:r>
          </a:p>
          <a:p>
            <a:pPr algn="ctr">
              <a:lnSpc>
                <a:spcPts val="1600"/>
              </a:lnSpc>
            </a:pPr>
            <a:r>
              <a:rPr lang="en-US" altLang="zh-TW" sz="1200" b="1" dirty="0">
                <a:solidFill>
                  <a:schemeClr val="bg2">
                    <a:lumMod val="2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Projection</a:t>
            </a:r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B5524BD-2687-595C-69CC-2C7B45C58AEF}"/>
              </a:ext>
            </a:extLst>
          </p:cNvPr>
          <p:cNvSpPr/>
          <p:nvPr/>
        </p:nvSpPr>
        <p:spPr>
          <a:xfrm rot="5400000">
            <a:off x="8694534" y="3421439"/>
            <a:ext cx="228750" cy="129042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endParaRPr lang="en-US" altLang="zh-TW" sz="1400" b="1" dirty="0">
              <a:solidFill>
                <a:schemeClr val="tx1"/>
              </a:solidFill>
              <a:ea typeface="微軟正黑體" panose="020B0604030504040204" pitchFamily="34" charset="-120"/>
            </a:endParaRPr>
          </a:p>
        </p:txBody>
      </p:sp>
      <p:sp>
        <p:nvSpPr>
          <p:cNvPr id="155" name="文字方塊 154">
            <a:extLst>
              <a:ext uri="{FF2B5EF4-FFF2-40B4-BE49-F238E27FC236}">
                <a16:creationId xmlns:a16="http://schemas.microsoft.com/office/drawing/2014/main" id="{2B58A63D-DAA1-CB26-2C25-0B13BC334E48}"/>
              </a:ext>
            </a:extLst>
          </p:cNvPr>
          <p:cNvSpPr txBox="1"/>
          <p:nvPr/>
        </p:nvSpPr>
        <p:spPr>
          <a:xfrm>
            <a:off x="8292508" y="270815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V*n</a:t>
            </a:r>
            <a:endParaRPr lang="zh-TW" altLang="en-US" sz="1200" b="1" dirty="0"/>
          </a:p>
        </p:txBody>
      </p:sp>
      <p:sp>
        <p:nvSpPr>
          <p:cNvPr id="159" name="文字方塊 158">
            <a:extLst>
              <a:ext uri="{FF2B5EF4-FFF2-40B4-BE49-F238E27FC236}">
                <a16:creationId xmlns:a16="http://schemas.microsoft.com/office/drawing/2014/main" id="{7C520102-8550-4651-560C-673AF2CD6250}"/>
              </a:ext>
            </a:extLst>
          </p:cNvPr>
          <p:cNvSpPr txBox="1"/>
          <p:nvPr/>
        </p:nvSpPr>
        <p:spPr>
          <a:xfrm>
            <a:off x="6755706" y="4048613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1*n</a:t>
            </a:r>
            <a:endParaRPr lang="zh-TW" altLang="en-US" sz="1200" b="1" dirty="0"/>
          </a:p>
        </p:txBody>
      </p:sp>
      <p:sp>
        <p:nvSpPr>
          <p:cNvPr id="151" name="文字方塊 150">
            <a:extLst>
              <a:ext uri="{FF2B5EF4-FFF2-40B4-BE49-F238E27FC236}">
                <a16:creationId xmlns:a16="http://schemas.microsoft.com/office/drawing/2014/main" id="{DF1EF63D-FC6F-5D8A-7EDF-63EDC5AF2CE4}"/>
              </a:ext>
            </a:extLst>
          </p:cNvPr>
          <p:cNvSpPr txBox="1"/>
          <p:nvPr/>
        </p:nvSpPr>
        <p:spPr>
          <a:xfrm>
            <a:off x="8671427" y="3213559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n*1</a:t>
            </a:r>
            <a:endParaRPr lang="zh-TW" altLang="en-US" sz="1200" b="1" dirty="0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64E2EE9-CE8E-2656-29F1-70CF4AC18045}"/>
              </a:ext>
            </a:extLst>
          </p:cNvPr>
          <p:cNvSpPr/>
          <p:nvPr/>
        </p:nvSpPr>
        <p:spPr>
          <a:xfrm>
            <a:off x="8194080" y="4581711"/>
            <a:ext cx="477459" cy="351916"/>
          </a:xfrm>
          <a:prstGeom prst="rect">
            <a:avLst/>
          </a:prstGeom>
          <a:solidFill>
            <a:schemeClr val="bg1">
              <a:lumMod val="95000"/>
            </a:schemeClr>
          </a:solidFill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Next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rgbClr val="FF0000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Token</a:t>
            </a:r>
          </a:p>
        </p:txBody>
      </p:sp>
      <p:cxnSp>
        <p:nvCxnSpPr>
          <p:cNvPr id="235" name="接點: 弧形 234">
            <a:extLst>
              <a:ext uri="{FF2B5EF4-FFF2-40B4-BE49-F238E27FC236}">
                <a16:creationId xmlns:a16="http://schemas.microsoft.com/office/drawing/2014/main" id="{51F08E47-959E-C904-DB40-EFD69B6D5493}"/>
              </a:ext>
            </a:extLst>
          </p:cNvPr>
          <p:cNvCxnSpPr>
            <a:cxnSpLocks/>
            <a:stCxn id="149" idx="3"/>
            <a:endCxn id="154" idx="3"/>
          </p:cNvCxnSpPr>
          <p:nvPr/>
        </p:nvCxnSpPr>
        <p:spPr>
          <a:xfrm flipV="1">
            <a:off x="7109145" y="3600335"/>
            <a:ext cx="1699764" cy="653347"/>
          </a:xfrm>
          <a:prstGeom prst="curvedConnector2">
            <a:avLst/>
          </a:prstGeom>
          <a:ln w="25400">
            <a:gradFill>
              <a:gsLst>
                <a:gs pos="0">
                  <a:schemeClr val="bg1"/>
                </a:gs>
                <a:gs pos="54000">
                  <a:srgbClr val="FF0000"/>
                </a:gs>
                <a:gs pos="100000">
                  <a:srgbClr val="FF0000"/>
                </a:gs>
              </a:gsLst>
              <a:lin ang="5400000" scaled="1"/>
            </a:gra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箭號: 向下 167">
            <a:extLst>
              <a:ext uri="{FF2B5EF4-FFF2-40B4-BE49-F238E27FC236}">
                <a16:creationId xmlns:a16="http://schemas.microsoft.com/office/drawing/2014/main" id="{C7D39922-F3FD-E684-C8C6-C50999916550}"/>
              </a:ext>
            </a:extLst>
          </p:cNvPr>
          <p:cNvSpPr/>
          <p:nvPr/>
        </p:nvSpPr>
        <p:spPr>
          <a:xfrm>
            <a:off x="8324687" y="4284651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76" name="直線單箭頭接點 175">
            <a:extLst>
              <a:ext uri="{FF2B5EF4-FFF2-40B4-BE49-F238E27FC236}">
                <a16:creationId xmlns:a16="http://schemas.microsoft.com/office/drawing/2014/main" id="{A52EB32D-E23A-127A-0579-8C401BFA8AF1}"/>
              </a:ext>
            </a:extLst>
          </p:cNvPr>
          <p:cNvCxnSpPr>
            <a:cxnSpLocks/>
            <a:stCxn id="221" idx="3"/>
            <a:endCxn id="223" idx="1"/>
          </p:cNvCxnSpPr>
          <p:nvPr/>
        </p:nvCxnSpPr>
        <p:spPr>
          <a:xfrm>
            <a:off x="5004048" y="4623463"/>
            <a:ext cx="758718" cy="2546"/>
          </a:xfrm>
          <a:prstGeom prst="straightConnector1">
            <a:avLst/>
          </a:prstGeom>
          <a:ln w="25400">
            <a:gradFill flip="none" rotWithShape="1">
              <a:gsLst>
                <a:gs pos="0">
                  <a:schemeClr val="bg1"/>
                </a:gs>
                <a:gs pos="45000">
                  <a:srgbClr val="FF0000"/>
                </a:gs>
                <a:gs pos="100000">
                  <a:srgbClr val="FF0000"/>
                </a:gs>
              </a:gsLst>
              <a:lin ang="0" scaled="1"/>
              <a:tileRect/>
            </a:gra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81" name="群組 180">
            <a:extLst>
              <a:ext uri="{FF2B5EF4-FFF2-40B4-BE49-F238E27FC236}">
                <a16:creationId xmlns:a16="http://schemas.microsoft.com/office/drawing/2014/main" id="{3828A788-4A83-E850-4A23-2144BFE83204}"/>
              </a:ext>
            </a:extLst>
          </p:cNvPr>
          <p:cNvGrpSpPr/>
          <p:nvPr/>
        </p:nvGrpSpPr>
        <p:grpSpPr>
          <a:xfrm>
            <a:off x="6300192" y="1844824"/>
            <a:ext cx="2355645" cy="446292"/>
            <a:chOff x="6047368" y="1223009"/>
            <a:chExt cx="2355645" cy="4462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355645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#-1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</m:t>
                            </m:r>
                            <m:r>
                              <a:rPr lang="en-US" altLang="zh-TW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#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-1)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</m:t>
                            </m:r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#+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#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82" name="文字方塊 181">
                  <a:extLst>
                    <a:ext uri="{FF2B5EF4-FFF2-40B4-BE49-F238E27FC236}">
                      <a16:creationId xmlns:a16="http://schemas.microsoft.com/office/drawing/2014/main" id="{0703BE9B-658F-AF58-434C-E3356BF776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355645" cy="215700"/>
                </a:xfrm>
                <a:prstGeom prst="rect">
                  <a:avLst/>
                </a:prstGeom>
                <a:blipFill>
                  <a:blip r:embed="rId6"/>
                  <a:stretch>
                    <a:fillRect l="-2326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3" name="矩形 182">
              <a:extLst>
                <a:ext uri="{FF2B5EF4-FFF2-40B4-BE49-F238E27FC236}">
                  <a16:creationId xmlns:a16="http://schemas.microsoft.com/office/drawing/2014/main" id="{67D818AB-EA0D-7447-9E83-A5D8E492CE45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bg1">
                      <a:lumMod val="65000"/>
                    </a:schemeClr>
                  </a:solidFill>
                  <a:ea typeface="微軟正黑體" panose="020B0604030504040204" pitchFamily="34" charset="-120"/>
                </a:rPr>
                <a:t>RNN h#(t) … </a:t>
              </a:r>
              <a:endParaRPr lang="en-US" altLang="zh-TW" sz="1200" baseline="-25000" dirty="0">
                <a:solidFill>
                  <a:schemeClr val="bg1">
                    <a:lumMod val="65000"/>
                  </a:schemeClr>
                </a:solidFill>
                <a:ea typeface="微軟正黑體" panose="020B0604030504040204" pitchFamily="34" charset="-120"/>
              </a:endParaRPr>
            </a:p>
          </p:txBody>
        </p:sp>
      </p:grpSp>
      <p:grpSp>
        <p:nvGrpSpPr>
          <p:cNvPr id="209" name="群組 208">
            <a:extLst>
              <a:ext uri="{FF2B5EF4-FFF2-40B4-BE49-F238E27FC236}">
                <a16:creationId xmlns:a16="http://schemas.microsoft.com/office/drawing/2014/main" id="{931BE1F1-5968-469A-CFDD-05AC75BE87B5}"/>
              </a:ext>
            </a:extLst>
          </p:cNvPr>
          <p:cNvGrpSpPr/>
          <p:nvPr/>
        </p:nvGrpSpPr>
        <p:grpSpPr>
          <a:xfrm>
            <a:off x="6344127" y="404664"/>
            <a:ext cx="1252209" cy="628700"/>
            <a:chOff x="5696586" y="5581839"/>
            <a:chExt cx="1252209" cy="628700"/>
          </a:xfrm>
          <a:solidFill>
            <a:schemeClr val="bg1">
              <a:alpha val="80000"/>
            </a:schemeClr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4EF308A9-861C-B735-3F55-3A6B6E04B998}"/>
                </a:ext>
              </a:extLst>
            </p:cNvPr>
            <p:cNvSpPr/>
            <p:nvPr/>
          </p:nvSpPr>
          <p:spPr>
            <a:xfrm>
              <a:off x="5708450" y="5581839"/>
              <a:ext cx="1240345" cy="418842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Hyperbolic tangent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/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grpFill/>
              </p:spPr>
              <p:txBody>
                <a:bodyPr wrap="none" lIns="0" tIns="0" rIns="0" bIns="0" rtlCol="0" anchor="ctr" anchorCtr="0">
                  <a:no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tanh</m:t>
                        </m:r>
                        <m:r>
                          <a:rPr lang="en-US" altLang="zh-TW" sz="1200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TW" sz="1200" b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num>
                          <m:den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  <m:r>
                              <a:rPr lang="en-US" altLang="zh-TW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e</m:t>
                                </m:r>
                              </m:e>
                              <m:sup>
                                <m:r>
                                  <a:rPr lang="en-US" altLang="zh-TW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i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x</m:t>
                                </m:r>
                              </m:sup>
                            </m:sSup>
                          </m:den>
                        </m:f>
                      </m:oMath>
                    </m:oMathPara>
                  </a14:m>
                  <a:endParaRPr lang="zh-TW" altLang="en-US" sz="1200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2" name="文字方塊 41">
                  <a:extLst>
                    <a:ext uri="{FF2B5EF4-FFF2-40B4-BE49-F238E27FC236}">
                      <a16:creationId xmlns:a16="http://schemas.microsoft.com/office/drawing/2014/main" id="{AC56C106-18F0-7DA9-0923-8B7802CE82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6586" y="5805264"/>
                  <a:ext cx="1240345" cy="405275"/>
                </a:xfrm>
                <a:prstGeom prst="rect">
                  <a:avLst/>
                </a:prstGeom>
                <a:blipFill>
                  <a:blip r:embed="rId7"/>
                  <a:stretch>
                    <a:fillRect l="-4926" b="-746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083877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1">
            <a:extLst>
              <a:ext uri="{FF2B5EF4-FFF2-40B4-BE49-F238E27FC236}">
                <a16:creationId xmlns:a16="http://schemas.microsoft.com/office/drawing/2014/main" id="{9F53878C-97BE-D6C4-AADF-0D0B425134E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ong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hort-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erm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emory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LSTM struggles with context.</a:t>
            </a: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2C2FE945-38AF-A8FF-BB83-5F5DEDC09A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175510"/>
              </p:ext>
            </p:extLst>
          </p:nvPr>
        </p:nvGraphicFramePr>
        <p:xfrm>
          <a:off x="738344" y="2865683"/>
          <a:ext cx="59708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278">
                  <a:extLst>
                    <a:ext uri="{9D8B030D-6E8A-4147-A177-3AD203B41FA5}">
                      <a16:colId xmlns:a16="http://schemas.microsoft.com/office/drawing/2014/main" val="1603514915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6401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9C29C9F5-13BB-AFAE-B0B8-222EF571AC41}"/>
              </a:ext>
            </a:extLst>
          </p:cNvPr>
          <p:cNvSpPr txBox="1"/>
          <p:nvPr/>
        </p:nvSpPr>
        <p:spPr>
          <a:xfrm>
            <a:off x="2810438" y="4528131"/>
            <a:ext cx="1257506" cy="19066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4*3 x 3*2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b="1" dirty="0">
                <a:sym typeface="Wingdings" panose="05000000000000000000" pitchFamily="2" charset="2"/>
              </a:rPr>
              <a:t>4*2</a:t>
            </a:r>
            <a:endParaRPr lang="zh-TW" altLang="en-US" sz="1200" b="1" dirty="0"/>
          </a:p>
        </p:txBody>
      </p:sp>
      <p:graphicFrame>
        <p:nvGraphicFramePr>
          <p:cNvPr id="56" name="表格 55">
            <a:extLst>
              <a:ext uri="{FF2B5EF4-FFF2-40B4-BE49-F238E27FC236}">
                <a16:creationId xmlns:a16="http://schemas.microsoft.com/office/drawing/2014/main" id="{131D2534-2502-86A3-221D-E415C6E5C9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9519269"/>
              </p:ext>
            </p:extLst>
          </p:nvPr>
        </p:nvGraphicFramePr>
        <p:xfrm>
          <a:off x="300959" y="2437277"/>
          <a:ext cx="365377" cy="19278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37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31041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79617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t=4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57" name="表格 56">
            <a:extLst>
              <a:ext uri="{FF2B5EF4-FFF2-40B4-BE49-F238E27FC236}">
                <a16:creationId xmlns:a16="http://schemas.microsoft.com/office/drawing/2014/main" id="{314E1A48-7491-4FA2-069A-FE3A634683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58823"/>
              </p:ext>
            </p:extLst>
          </p:nvPr>
        </p:nvGraphicFramePr>
        <p:xfrm>
          <a:off x="740801" y="2422709"/>
          <a:ext cx="594018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58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584">
                  <a:extLst>
                    <a:ext uri="{9D8B030D-6E8A-4147-A177-3AD203B41FA5}">
                      <a16:colId xmlns:a16="http://schemas.microsoft.com/office/drawing/2014/main" val="1092904530"/>
                    </a:ext>
                  </a:extLst>
                </a:gridCol>
                <a:gridCol w="1928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59" name="文字方塊 58">
            <a:extLst>
              <a:ext uri="{FF2B5EF4-FFF2-40B4-BE49-F238E27FC236}">
                <a16:creationId xmlns:a16="http://schemas.microsoft.com/office/drawing/2014/main" id="{8FA8A036-E723-ACE3-83F7-E5FEE6A72CED}"/>
              </a:ext>
            </a:extLst>
          </p:cNvPr>
          <p:cNvSpPr txBox="1"/>
          <p:nvPr/>
        </p:nvSpPr>
        <p:spPr>
          <a:xfrm>
            <a:off x="850003" y="4086215"/>
            <a:ext cx="365760" cy="91440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200"/>
              </a:lnSpc>
            </a:pPr>
            <a:r>
              <a:rPr lang="en-US" altLang="zh-TW" sz="1200" b="1" dirty="0"/>
              <a:t>1*3</a:t>
            </a:r>
            <a:endParaRPr lang="zh-TW" altLang="en-US" sz="1200" b="1" dirty="0"/>
          </a:p>
        </p:txBody>
      </p: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0A7D2A98-83C3-AE12-3E60-1D7AECB5C209}"/>
              </a:ext>
            </a:extLst>
          </p:cNvPr>
          <p:cNvCxnSpPr>
            <a:cxnSpLocks/>
            <a:stCxn id="80" idx="3"/>
            <a:endCxn id="116" idx="1"/>
          </p:cNvCxnSpPr>
          <p:nvPr/>
        </p:nvCxnSpPr>
        <p:spPr>
          <a:xfrm flipV="1">
            <a:off x="1362321" y="2135056"/>
            <a:ext cx="549724" cy="2126795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單箭頭接點 72">
            <a:extLst>
              <a:ext uri="{FF2B5EF4-FFF2-40B4-BE49-F238E27FC236}">
                <a16:creationId xmlns:a16="http://schemas.microsoft.com/office/drawing/2014/main" id="{E276F26A-E67A-5F9E-9DD0-B9E76138AA5B}"/>
              </a:ext>
            </a:extLst>
          </p:cNvPr>
          <p:cNvCxnSpPr>
            <a:cxnSpLocks/>
          </p:cNvCxnSpPr>
          <p:nvPr/>
        </p:nvCxnSpPr>
        <p:spPr>
          <a:xfrm flipV="1">
            <a:off x="1143657" y="5831387"/>
            <a:ext cx="2354707" cy="2269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 75">
            <a:extLst>
              <a:ext uri="{FF2B5EF4-FFF2-40B4-BE49-F238E27FC236}">
                <a16:creationId xmlns:a16="http://schemas.microsoft.com/office/drawing/2014/main" id="{F73B786D-CCF0-ECA1-8390-09AFA6DD8F7E}"/>
              </a:ext>
            </a:extLst>
          </p:cNvPr>
          <p:cNvSpPr/>
          <p:nvPr/>
        </p:nvSpPr>
        <p:spPr>
          <a:xfrm>
            <a:off x="3717028" y="4134717"/>
            <a:ext cx="296842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+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b1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5D15400-0AD2-169A-6F71-5FB3C845F9A3}"/>
              </a:ext>
            </a:extLst>
          </p:cNvPr>
          <p:cNvSpPr/>
          <p:nvPr/>
        </p:nvSpPr>
        <p:spPr>
          <a:xfrm>
            <a:off x="714484" y="4131087"/>
            <a:ext cx="647837" cy="261528"/>
          </a:xfrm>
          <a:prstGeom prst="rect">
            <a:avLst/>
          </a:prstGeom>
          <a:solidFill>
            <a:schemeClr val="accent2">
              <a:lumMod val="20000"/>
              <a:lumOff val="80000"/>
              <a:alpha val="20000"/>
            </a:schemeClr>
          </a:solidFill>
          <a:ln w="15875">
            <a:solidFill>
              <a:schemeClr val="accent2">
                <a:lumMod val="75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C71E388A-F08D-0C54-2219-4EC6502694AC}"/>
              </a:ext>
            </a:extLst>
          </p:cNvPr>
          <p:cNvGrpSpPr/>
          <p:nvPr/>
        </p:nvGrpSpPr>
        <p:grpSpPr>
          <a:xfrm>
            <a:off x="2188192" y="3429769"/>
            <a:ext cx="293061" cy="359271"/>
            <a:chOff x="1851922" y="1748433"/>
            <a:chExt cx="293061" cy="359271"/>
          </a:xfrm>
        </p:grpSpPr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9A64EA7C-A485-7C0A-EA4A-B2EA3650A24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Wc1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80A543D7-1F13-E4CD-F27F-E725B8FB4D70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5B89B6E7-4337-5D30-9486-AD329A42C906}"/>
              </a:ext>
            </a:extLst>
          </p:cNvPr>
          <p:cNvGrpSpPr/>
          <p:nvPr/>
        </p:nvGrpSpPr>
        <p:grpSpPr>
          <a:xfrm>
            <a:off x="3779912" y="3438291"/>
            <a:ext cx="293061" cy="359271"/>
            <a:chOff x="1842397" y="1748433"/>
            <a:chExt cx="293061" cy="359271"/>
          </a:xfrm>
        </p:grpSpPr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EB677A2C-F14A-5D33-05BA-55B9BEB3F497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Uc1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6FE65A53-AFE0-04BB-EC70-5AD492DA0932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sp>
        <p:nvSpPr>
          <p:cNvPr id="94" name="矩形 93">
            <a:extLst>
              <a:ext uri="{FF2B5EF4-FFF2-40B4-BE49-F238E27FC236}">
                <a16:creationId xmlns:a16="http://schemas.microsoft.com/office/drawing/2014/main" id="{E51D5A35-EEA2-F10A-C7F7-CE4BD3EE800C}"/>
              </a:ext>
            </a:extLst>
          </p:cNvPr>
          <p:cNvSpPr/>
          <p:nvPr/>
        </p:nvSpPr>
        <p:spPr>
          <a:xfrm>
            <a:off x="4051048" y="4124900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h1(4)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25FA4C0D-AC5B-9E17-0A56-AE2C945FDE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5558407"/>
              </p:ext>
            </p:extLst>
          </p:nvPr>
        </p:nvGraphicFramePr>
        <p:xfrm>
          <a:off x="5273030" y="2865683"/>
          <a:ext cx="41521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316E06D6-F6F3-3D27-C91B-B0888D7E3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1893154"/>
              </p:ext>
            </p:extLst>
          </p:nvPr>
        </p:nvGraphicFramePr>
        <p:xfrm>
          <a:off x="5273030" y="2422709"/>
          <a:ext cx="415216" cy="2142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69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352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2">
                            <a:lumMod val="7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</a:tbl>
          </a:graphicData>
        </a:graphic>
      </p:graphicFrame>
      <p:sp>
        <p:nvSpPr>
          <p:cNvPr id="108" name="矩形 107">
            <a:extLst>
              <a:ext uri="{FF2B5EF4-FFF2-40B4-BE49-F238E27FC236}">
                <a16:creationId xmlns:a16="http://schemas.microsoft.com/office/drawing/2014/main" id="{02B3FD55-5E2A-F45B-8571-08CA93683AB4}"/>
              </a:ext>
            </a:extLst>
          </p:cNvPr>
          <p:cNvSpPr/>
          <p:nvPr/>
        </p:nvSpPr>
        <p:spPr>
          <a:xfrm>
            <a:off x="5239446" y="3680261"/>
            <a:ext cx="484682" cy="302600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grpSp>
        <p:nvGrpSpPr>
          <p:cNvPr id="109" name="群組 108">
            <a:extLst>
              <a:ext uri="{FF2B5EF4-FFF2-40B4-BE49-F238E27FC236}">
                <a16:creationId xmlns:a16="http://schemas.microsoft.com/office/drawing/2014/main" id="{D2FE488C-C8CE-12A5-FD96-68E6B159EF46}"/>
              </a:ext>
            </a:extLst>
          </p:cNvPr>
          <p:cNvGrpSpPr/>
          <p:nvPr/>
        </p:nvGrpSpPr>
        <p:grpSpPr>
          <a:xfrm>
            <a:off x="2200232" y="2962954"/>
            <a:ext cx="293061" cy="368796"/>
            <a:chOff x="1861447" y="1748433"/>
            <a:chExt cx="293061" cy="368796"/>
          </a:xfrm>
        </p:grpSpPr>
        <p:sp>
          <p:nvSpPr>
            <p:cNvPr id="110" name="矩形 109">
              <a:extLst>
                <a:ext uri="{FF2B5EF4-FFF2-40B4-BE49-F238E27FC236}">
                  <a16:creationId xmlns:a16="http://schemas.microsoft.com/office/drawing/2014/main" id="{1E665E32-28AC-5935-6C39-AE0974638C80}"/>
                </a:ext>
              </a:extLst>
            </p:cNvPr>
            <p:cNvSpPr/>
            <p:nvPr/>
          </p:nvSpPr>
          <p:spPr>
            <a:xfrm>
              <a:off x="1861447" y="1842909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Wo1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1" name="文字方塊 110">
              <a:extLst>
                <a:ext uri="{FF2B5EF4-FFF2-40B4-BE49-F238E27FC236}">
                  <a16:creationId xmlns:a16="http://schemas.microsoft.com/office/drawing/2014/main" id="{10839A9E-5DBB-49EB-E87F-D509F818189A}"/>
                </a:ext>
              </a:extLst>
            </p:cNvPr>
            <p:cNvSpPr txBox="1"/>
            <p:nvPr/>
          </p:nvSpPr>
          <p:spPr>
            <a:xfrm>
              <a:off x="186144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717ABC37-93DC-B781-F59D-E4273211E858}"/>
              </a:ext>
            </a:extLst>
          </p:cNvPr>
          <p:cNvGrpSpPr/>
          <p:nvPr/>
        </p:nvGrpSpPr>
        <p:grpSpPr>
          <a:xfrm>
            <a:off x="1902675" y="2421657"/>
            <a:ext cx="293061" cy="359271"/>
            <a:chOff x="1851922" y="1748433"/>
            <a:chExt cx="293061" cy="359271"/>
          </a:xfrm>
        </p:grpSpPr>
        <p:sp>
          <p:nvSpPr>
            <p:cNvPr id="113" name="矩形 112">
              <a:extLst>
                <a:ext uri="{FF2B5EF4-FFF2-40B4-BE49-F238E27FC236}">
                  <a16:creationId xmlns:a16="http://schemas.microsoft.com/office/drawing/2014/main" id="{713A8773-5C22-7602-CEF2-03AA964806CF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Wi1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4" name="文字方塊 113">
              <a:extLst>
                <a:ext uri="{FF2B5EF4-FFF2-40B4-BE49-F238E27FC236}">
                  <a16:creationId xmlns:a16="http://schemas.microsoft.com/office/drawing/2014/main" id="{8EE5941B-7881-6CCE-2AE4-4F30E69C64E1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CBF440CA-19D2-DDD5-67BD-1BC15169F976}"/>
              </a:ext>
            </a:extLst>
          </p:cNvPr>
          <p:cNvGrpSpPr/>
          <p:nvPr/>
        </p:nvGrpSpPr>
        <p:grpSpPr>
          <a:xfrm>
            <a:off x="1902675" y="1913819"/>
            <a:ext cx="293061" cy="358397"/>
            <a:chOff x="1851922" y="1748433"/>
            <a:chExt cx="293061" cy="358397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D195AE0E-F511-8B02-751F-0BC4794A079D}"/>
                </a:ext>
              </a:extLst>
            </p:cNvPr>
            <p:cNvSpPr/>
            <p:nvPr/>
          </p:nvSpPr>
          <p:spPr>
            <a:xfrm>
              <a:off x="1861292" y="1832510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Wf1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17" name="文字方塊 116">
              <a:extLst>
                <a:ext uri="{FF2B5EF4-FFF2-40B4-BE49-F238E27FC236}">
                  <a16:creationId xmlns:a16="http://schemas.microsoft.com/office/drawing/2014/main" id="{2633DA82-ADAE-47B5-825C-1A972054FE3A}"/>
                </a:ext>
              </a:extLst>
            </p:cNvPr>
            <p:cNvSpPr txBox="1"/>
            <p:nvPr/>
          </p:nvSpPr>
          <p:spPr>
            <a:xfrm>
              <a:off x="1851922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3*2</a:t>
              </a:r>
              <a:endParaRPr lang="zh-TW" altLang="en-US" sz="1200" b="1" dirty="0"/>
            </a:p>
          </p:txBody>
        </p:sp>
      </p:grpSp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73805786-EC88-AF27-C3B9-D4DEF43D9AB3}"/>
              </a:ext>
            </a:extLst>
          </p:cNvPr>
          <p:cNvGrpSpPr/>
          <p:nvPr/>
        </p:nvGrpSpPr>
        <p:grpSpPr>
          <a:xfrm>
            <a:off x="3779912" y="2970623"/>
            <a:ext cx="293061" cy="368796"/>
            <a:chOff x="1842397" y="1748433"/>
            <a:chExt cx="293061" cy="368796"/>
          </a:xfrm>
        </p:grpSpPr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03033A16-BF33-517C-16F1-C7DD2C2B086F}"/>
                </a:ext>
              </a:extLst>
            </p:cNvPr>
            <p:cNvSpPr/>
            <p:nvPr/>
          </p:nvSpPr>
          <p:spPr>
            <a:xfrm>
              <a:off x="1851922" y="1842909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Uo1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0" name="文字方塊 119">
              <a:extLst>
                <a:ext uri="{FF2B5EF4-FFF2-40B4-BE49-F238E27FC236}">
                  <a16:creationId xmlns:a16="http://schemas.microsoft.com/office/drawing/2014/main" id="{122834FE-1391-3E21-2566-88EE7CFA8E6F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0D3C14D-AAA5-71BF-5647-4E86C9288FCF}"/>
              </a:ext>
            </a:extLst>
          </p:cNvPr>
          <p:cNvGrpSpPr/>
          <p:nvPr/>
        </p:nvGrpSpPr>
        <p:grpSpPr>
          <a:xfrm>
            <a:off x="4134923" y="2421657"/>
            <a:ext cx="293061" cy="359271"/>
            <a:chOff x="1842397" y="1748433"/>
            <a:chExt cx="293061" cy="359271"/>
          </a:xfrm>
        </p:grpSpPr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ABF1AA26-3B58-2BB4-B2ED-51C384D09A79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Ui1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3" name="文字方塊 122">
              <a:extLst>
                <a:ext uri="{FF2B5EF4-FFF2-40B4-BE49-F238E27FC236}">
                  <a16:creationId xmlns:a16="http://schemas.microsoft.com/office/drawing/2014/main" id="{FD5C7378-6C79-4A8F-0E56-D846EE1A26AA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grpSp>
        <p:nvGrpSpPr>
          <p:cNvPr id="124" name="群組 123">
            <a:extLst>
              <a:ext uri="{FF2B5EF4-FFF2-40B4-BE49-F238E27FC236}">
                <a16:creationId xmlns:a16="http://schemas.microsoft.com/office/drawing/2014/main" id="{3FBF4843-C86F-70FA-F432-BE147C6D17F4}"/>
              </a:ext>
            </a:extLst>
          </p:cNvPr>
          <p:cNvGrpSpPr/>
          <p:nvPr/>
        </p:nvGrpSpPr>
        <p:grpSpPr>
          <a:xfrm>
            <a:off x="4134923" y="1916832"/>
            <a:ext cx="293061" cy="359271"/>
            <a:chOff x="1842397" y="1748433"/>
            <a:chExt cx="293061" cy="359271"/>
          </a:xfrm>
        </p:grpSpPr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2A747336-2D6A-5061-F7C7-1AE22D1CDD65}"/>
                </a:ext>
              </a:extLst>
            </p:cNvPr>
            <p:cNvSpPr/>
            <p:nvPr/>
          </p:nvSpPr>
          <p:spPr>
            <a:xfrm>
              <a:off x="1851922" y="183338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Uf1</a:t>
              </a:r>
              <a:endParaRPr lang="en-US" altLang="zh-TW" sz="1200" b="1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  <p:sp>
          <p:nvSpPr>
            <p:cNvPr id="126" name="文字方塊 125">
              <a:extLst>
                <a:ext uri="{FF2B5EF4-FFF2-40B4-BE49-F238E27FC236}">
                  <a16:creationId xmlns:a16="http://schemas.microsoft.com/office/drawing/2014/main" id="{4068EE75-2630-5FC3-DCBF-132A43793278}"/>
                </a:ext>
              </a:extLst>
            </p:cNvPr>
            <p:cNvSpPr txBox="1"/>
            <p:nvPr/>
          </p:nvSpPr>
          <p:spPr>
            <a:xfrm>
              <a:off x="1842397" y="1748433"/>
              <a:ext cx="293061" cy="158592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2*2</a:t>
              </a:r>
              <a:endParaRPr lang="zh-TW" altLang="en-US" sz="1200" b="1" dirty="0"/>
            </a:p>
          </p:txBody>
        </p:sp>
      </p:grp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8D43CAEA-40CF-2EDA-E037-73D30440A186}"/>
              </a:ext>
            </a:extLst>
          </p:cNvPr>
          <p:cNvSpPr txBox="1"/>
          <p:nvPr/>
        </p:nvSpPr>
        <p:spPr>
          <a:xfrm>
            <a:off x="611560" y="2092206"/>
            <a:ext cx="782767" cy="1846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altLang="zh-TW" sz="12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</a:t>
            </a:r>
            <a:r>
              <a:rPr lang="en-US" altLang="zh-TW" sz="1200" b="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nput x(t)</a:t>
            </a:r>
            <a:endParaRPr lang="zh-TW" altLang="en-US" sz="1200" dirty="0"/>
          </a:p>
        </p:txBody>
      </p:sp>
      <p:grpSp>
        <p:nvGrpSpPr>
          <p:cNvPr id="129" name="群組 128">
            <a:extLst>
              <a:ext uri="{FF2B5EF4-FFF2-40B4-BE49-F238E27FC236}">
                <a16:creationId xmlns:a16="http://schemas.microsoft.com/office/drawing/2014/main" id="{BA74B1DE-402B-C21C-59FB-9DDBD6632F7D}"/>
              </a:ext>
            </a:extLst>
          </p:cNvPr>
          <p:cNvGrpSpPr/>
          <p:nvPr/>
        </p:nvGrpSpPr>
        <p:grpSpPr>
          <a:xfrm>
            <a:off x="6000843" y="257220"/>
            <a:ext cx="1781129" cy="353943"/>
            <a:chOff x="5916347" y="715731"/>
            <a:chExt cx="1781129" cy="3539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/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f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30" name="文字方塊 129">
                  <a:extLst>
                    <a:ext uri="{FF2B5EF4-FFF2-40B4-BE49-F238E27FC236}">
                      <a16:creationId xmlns:a16="http://schemas.microsoft.com/office/drawing/2014/main" id="{081C200E-0457-D456-393A-7C29E9A726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5008"/>
                  <a:ext cx="1781129" cy="184666"/>
                </a:xfrm>
                <a:prstGeom prst="rect">
                  <a:avLst/>
                </a:prstGeom>
                <a:blipFill>
                  <a:blip r:embed="rId3"/>
                  <a:stretch>
                    <a:fillRect l="-3072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1647F371-F9D9-76C2-A372-54CA5A275BA8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Forget Gate</a:t>
              </a:r>
            </a:p>
          </p:txBody>
        </p:sp>
      </p:grpSp>
      <p:grpSp>
        <p:nvGrpSpPr>
          <p:cNvPr id="132" name="群組 131">
            <a:extLst>
              <a:ext uri="{FF2B5EF4-FFF2-40B4-BE49-F238E27FC236}">
                <a16:creationId xmlns:a16="http://schemas.microsoft.com/office/drawing/2014/main" id="{D01FA724-CCFD-02C9-C07E-0CD8E3868CD1}"/>
              </a:ext>
            </a:extLst>
          </p:cNvPr>
          <p:cNvGrpSpPr/>
          <p:nvPr/>
        </p:nvGrpSpPr>
        <p:grpSpPr>
          <a:xfrm>
            <a:off x="6000843" y="651862"/>
            <a:ext cx="1768305" cy="351032"/>
            <a:chOff x="5916347" y="715731"/>
            <a:chExt cx="1768305" cy="35103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/>
                <p:nvPr/>
              </p:nvSpPr>
              <p:spPr>
                <a:xfrm>
                  <a:off x="5916347" y="882097"/>
                  <a:ext cx="1768305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zh-TW" altLang="en-US" sz="12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sSub>
                                  <m:sSubPr>
                                    <m:ctrl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x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 altLang="zh-TW" sz="1200" i="1">
                                        <a:latin typeface="Cambria Math" panose="02040503050406030204" pitchFamily="18" charset="0"/>
                                      </a:rPr>
                                      <m:t>t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33" name="文字方塊 132">
                  <a:extLst>
                    <a:ext uri="{FF2B5EF4-FFF2-40B4-BE49-F238E27FC236}">
                      <a16:creationId xmlns:a16="http://schemas.microsoft.com/office/drawing/2014/main" id="{34D6A436-208E-C912-CF58-37B0EAD473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097"/>
                  <a:ext cx="1768305" cy="184666"/>
                </a:xfrm>
                <a:prstGeom prst="rect">
                  <a:avLst/>
                </a:prstGeom>
                <a:blipFill>
                  <a:blip r:embed="rId4"/>
                  <a:stretch>
                    <a:fillRect l="-3103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C29F377C-255B-42EA-21AE-3D40C72A5946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Input Gate</a:t>
              </a:r>
            </a:p>
          </p:txBody>
        </p:sp>
      </p:grpSp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7D3465E4-A596-FF91-0B57-A432C2FBE898}"/>
              </a:ext>
            </a:extLst>
          </p:cNvPr>
          <p:cNvGrpSpPr/>
          <p:nvPr/>
        </p:nvGrpSpPr>
        <p:grpSpPr>
          <a:xfrm>
            <a:off x="6000843" y="1431826"/>
            <a:ext cx="2073901" cy="355919"/>
            <a:chOff x="5916347" y="715731"/>
            <a:chExt cx="2073901" cy="355919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2073901" cy="1891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36" name="文字方塊 135">
                  <a:extLst>
                    <a:ext uri="{FF2B5EF4-FFF2-40B4-BE49-F238E27FC236}">
                      <a16:creationId xmlns:a16="http://schemas.microsoft.com/office/drawing/2014/main" id="{0865CDF7-1BB9-4444-2BD6-16F8F58FBF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2073901" cy="189154"/>
                </a:xfrm>
                <a:prstGeom prst="rect">
                  <a:avLst/>
                </a:prstGeom>
                <a:blipFill>
                  <a:blip r:embed="rId5"/>
                  <a:stretch>
                    <a:fillRect l="-2639" t="-38710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CB0813B4-C840-F49E-E189-BC1EF6A6853D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Candidate Cell State</a:t>
              </a:r>
            </a:p>
          </p:txBody>
        </p:sp>
      </p:grpSp>
      <p:grpSp>
        <p:nvGrpSpPr>
          <p:cNvPr id="138" name="群組 137">
            <a:extLst>
              <a:ext uri="{FF2B5EF4-FFF2-40B4-BE49-F238E27FC236}">
                <a16:creationId xmlns:a16="http://schemas.microsoft.com/office/drawing/2014/main" id="{C3387A01-072B-7CDE-2ACC-02B207308145}"/>
              </a:ext>
            </a:extLst>
          </p:cNvPr>
          <p:cNvGrpSpPr/>
          <p:nvPr/>
        </p:nvGrpSpPr>
        <p:grpSpPr>
          <a:xfrm>
            <a:off x="6025401" y="2081637"/>
            <a:ext cx="1511632" cy="362030"/>
            <a:chOff x="5916347" y="715731"/>
            <a:chExt cx="1511632" cy="36203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9" name="文字方塊 138">
                  <a:extLst>
                    <a:ext uri="{FF2B5EF4-FFF2-40B4-BE49-F238E27FC236}">
                      <a16:creationId xmlns:a16="http://schemas.microsoft.com/office/drawing/2014/main" id="{3EDD72A1-0F9C-CA1E-9B68-D253ABE31A1E}"/>
                    </a:ext>
                  </a:extLst>
                </p:cNvPr>
                <p:cNvSpPr txBox="1"/>
                <p:nvPr/>
              </p:nvSpPr>
              <p:spPr>
                <a:xfrm>
                  <a:off x="5916347" y="888607"/>
                  <a:ext cx="1511632" cy="1891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S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zh-TW" altLang="en-US" sz="1200" b="0" i="1" smtClean="0">
                            <a:latin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TW" sz="120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TW" sz="1200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altLang="zh-TW" sz="1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zh-TW" altLang="en-US" sz="12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sSub>
                          <m:sSub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</m:acc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39" name="文字方塊 138">
                  <a:extLst>
                    <a:ext uri="{FF2B5EF4-FFF2-40B4-BE49-F238E27FC236}">
                      <a16:creationId xmlns:a16="http://schemas.microsoft.com/office/drawing/2014/main" id="{3EDD72A1-0F9C-CA1E-9B68-D253ABE31A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8607"/>
                  <a:ext cx="1511632" cy="189154"/>
                </a:xfrm>
                <a:prstGeom prst="rect">
                  <a:avLst/>
                </a:prstGeom>
                <a:blipFill>
                  <a:blip r:embed="rId6"/>
                  <a:stretch>
                    <a:fillRect l="-3629" t="-41935" r="-9274" b="-161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E8BD2197-07E4-05BC-BCEB-50C25DBCC67B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Cell State Update</a:t>
              </a:r>
            </a:p>
          </p:txBody>
        </p:sp>
      </p:grpSp>
      <p:grpSp>
        <p:nvGrpSpPr>
          <p:cNvPr id="141" name="群組 140">
            <a:extLst>
              <a:ext uri="{FF2B5EF4-FFF2-40B4-BE49-F238E27FC236}">
                <a16:creationId xmlns:a16="http://schemas.microsoft.com/office/drawing/2014/main" id="{A59394E8-4A79-5722-59E7-DBBFF937991A}"/>
              </a:ext>
            </a:extLst>
          </p:cNvPr>
          <p:cNvGrpSpPr/>
          <p:nvPr/>
        </p:nvGrpSpPr>
        <p:grpSpPr>
          <a:xfrm>
            <a:off x="6000757" y="1042295"/>
            <a:ext cx="2198935" cy="351431"/>
            <a:chOff x="5916347" y="715731"/>
            <a:chExt cx="2198935" cy="35143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/>
                <p:nvPr/>
              </p:nvSpPr>
              <p:spPr>
                <a:xfrm>
                  <a:off x="5916347" y="882496"/>
                  <a:ext cx="2198935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W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  <m: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o</m:t>
                                </m:r>
                              </m:sub>
                            </m:sSub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42" name="文字方塊 141">
                  <a:extLst>
                    <a:ext uri="{FF2B5EF4-FFF2-40B4-BE49-F238E27FC236}">
                      <a16:creationId xmlns:a16="http://schemas.microsoft.com/office/drawing/2014/main" id="{74E2E5E0-A631-C948-94A5-B04F4C6501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2496"/>
                  <a:ext cx="2198935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2493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CB144B-5D59-5941-2D86-E03B082D9ADF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Output Gate</a:t>
              </a:r>
            </a:p>
          </p:txBody>
        </p:sp>
      </p:grpSp>
      <p:grpSp>
        <p:nvGrpSpPr>
          <p:cNvPr id="144" name="群組 143">
            <a:extLst>
              <a:ext uri="{FF2B5EF4-FFF2-40B4-BE49-F238E27FC236}">
                <a16:creationId xmlns:a16="http://schemas.microsoft.com/office/drawing/2014/main" id="{10CA4E9B-D9CF-38E1-ABC5-1CE0FE3C91A0}"/>
              </a:ext>
            </a:extLst>
          </p:cNvPr>
          <p:cNvGrpSpPr/>
          <p:nvPr/>
        </p:nvGrpSpPr>
        <p:grpSpPr>
          <a:xfrm>
            <a:off x="6040778" y="2492896"/>
            <a:ext cx="1339534" cy="357542"/>
            <a:chOff x="5916347" y="715731"/>
            <a:chExt cx="1339534" cy="35754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/>
                <p:nvPr/>
              </p:nvSpPr>
              <p:spPr>
                <a:xfrm>
                  <a:off x="5916347" y="888607"/>
                  <a:ext cx="1295291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O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  <m:r>
                          <a:rPr lang="en-US" altLang="zh-TW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⨀</m:t>
                        </m:r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C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145" name="文字方塊 144">
                  <a:extLst>
                    <a:ext uri="{FF2B5EF4-FFF2-40B4-BE49-F238E27FC236}">
                      <a16:creationId xmlns:a16="http://schemas.microsoft.com/office/drawing/2014/main" id="{AE7CEAFA-69DC-C69D-9857-69FCA71233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16347" y="888607"/>
                  <a:ext cx="1295291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4717" b="-1290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4420F9B-238D-DFD9-0976-3A25AF8D23F2}"/>
                </a:ext>
              </a:extLst>
            </p:cNvPr>
            <p:cNvSpPr/>
            <p:nvPr/>
          </p:nvSpPr>
          <p:spPr>
            <a:xfrm>
              <a:off x="5916347" y="715731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2"/>
                  </a:solidFill>
                  <a:ea typeface="微軟正黑體" panose="020B0604030504040204" pitchFamily="34" charset="-120"/>
                </a:rPr>
                <a:t>Hidden State</a:t>
              </a:r>
            </a:p>
          </p:txBody>
        </p:sp>
      </p:grpSp>
      <p:cxnSp>
        <p:nvCxnSpPr>
          <p:cNvPr id="148" name="接點: 肘形 147">
            <a:extLst>
              <a:ext uri="{FF2B5EF4-FFF2-40B4-BE49-F238E27FC236}">
                <a16:creationId xmlns:a16="http://schemas.microsoft.com/office/drawing/2014/main" id="{AB1C0EC9-D2B2-966C-EA0D-E5ACDED4C38C}"/>
              </a:ext>
            </a:extLst>
          </p:cNvPr>
          <p:cNvCxnSpPr>
            <a:cxnSpLocks/>
            <a:stCxn id="108" idx="1"/>
            <a:endCxn id="122" idx="3"/>
          </p:cNvCxnSpPr>
          <p:nvPr/>
        </p:nvCxnSpPr>
        <p:spPr>
          <a:xfrm rot="10800000">
            <a:off x="4418768" y="2643769"/>
            <a:ext cx="820678" cy="1187793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接點: 肘形 150">
            <a:extLst>
              <a:ext uri="{FF2B5EF4-FFF2-40B4-BE49-F238E27FC236}">
                <a16:creationId xmlns:a16="http://schemas.microsoft.com/office/drawing/2014/main" id="{901C4FDA-8E8E-9831-2797-7D3A682A1672}"/>
              </a:ext>
            </a:extLst>
          </p:cNvPr>
          <p:cNvCxnSpPr>
            <a:cxnSpLocks/>
            <a:stCxn id="108" idx="1"/>
            <a:endCxn id="125" idx="3"/>
          </p:cNvCxnSpPr>
          <p:nvPr/>
        </p:nvCxnSpPr>
        <p:spPr>
          <a:xfrm rot="10800000">
            <a:off x="4418768" y="2138943"/>
            <a:ext cx="820678" cy="1692618"/>
          </a:xfrm>
          <a:prstGeom prst="bentConnector3">
            <a:avLst>
              <a:gd name="adj1" fmla="val 50000"/>
            </a:avLst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接點: 肘形 153">
            <a:extLst>
              <a:ext uri="{FF2B5EF4-FFF2-40B4-BE49-F238E27FC236}">
                <a16:creationId xmlns:a16="http://schemas.microsoft.com/office/drawing/2014/main" id="{6409D390-2ADB-E4B8-FC6D-C29DB4EFBF04}"/>
              </a:ext>
            </a:extLst>
          </p:cNvPr>
          <p:cNvCxnSpPr>
            <a:cxnSpLocks/>
            <a:stCxn id="108" idx="1"/>
            <a:endCxn id="119" idx="3"/>
          </p:cNvCxnSpPr>
          <p:nvPr/>
        </p:nvCxnSpPr>
        <p:spPr>
          <a:xfrm rot="10800000">
            <a:off x="4063758" y="3202259"/>
            <a:ext cx="1175689" cy="629302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5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矩形 156">
            <a:extLst>
              <a:ext uri="{FF2B5EF4-FFF2-40B4-BE49-F238E27FC236}">
                <a16:creationId xmlns:a16="http://schemas.microsoft.com/office/drawing/2014/main" id="{BFFCF24D-9D01-8A2C-5D46-5D3A7C910E54}"/>
              </a:ext>
            </a:extLst>
          </p:cNvPr>
          <p:cNvSpPr/>
          <p:nvPr/>
        </p:nvSpPr>
        <p:spPr>
          <a:xfrm>
            <a:off x="5229830" y="4857090"/>
            <a:ext cx="484682" cy="302600"/>
          </a:xfrm>
          <a:prstGeom prst="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  <a:ln w="15875">
            <a:solidFill>
              <a:schemeClr val="tx2">
                <a:alpha val="20000"/>
              </a:schemeClr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500"/>
              </a:lnSpc>
            </a:pPr>
            <a:endParaRPr lang="en-US" altLang="zh-TW" sz="1400" b="1" baseline="-25000" dirty="0">
              <a:solidFill>
                <a:schemeClr val="tx2"/>
              </a:solidFill>
              <a:ea typeface="微軟正黑體" panose="020B0604030504040204" pitchFamily="34" charset="-120"/>
            </a:endParaRPr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7534D29D-AAD4-DD29-848B-7182801E1441}"/>
              </a:ext>
            </a:extLst>
          </p:cNvPr>
          <p:cNvSpPr/>
          <p:nvPr/>
        </p:nvSpPr>
        <p:spPr>
          <a:xfrm>
            <a:off x="3647218" y="5148501"/>
            <a:ext cx="754910" cy="249729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zh-TW" altLang="en-US" sz="1200" b="1" dirty="0">
                <a:solidFill>
                  <a:schemeClr val="accent4"/>
                </a:solidFill>
              </a:rPr>
              <a:t> </a:t>
            </a:r>
            <a:r>
              <a:rPr lang="zh-TW" altLang="zh-TW" sz="1200" b="1" dirty="0">
                <a:solidFill>
                  <a:schemeClr val="accent4"/>
                </a:solidFill>
              </a:rPr>
              <a:t>➔</a:t>
            </a:r>
            <a:r>
              <a:rPr lang="en-US" altLang="zh-TW" sz="1200" b="1" dirty="0">
                <a:solidFill>
                  <a:schemeClr val="accent4"/>
                </a:solidFill>
              </a:rPr>
              <a:t> </a:t>
            </a:r>
            <a:r>
              <a:rPr lang="el-GR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σ</a:t>
            </a:r>
            <a:r>
              <a:rPr lang="en-US" altLang="zh-TW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=</a:t>
            </a:r>
            <a:r>
              <a:rPr lang="zh-TW" altLang="en-US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 </a:t>
            </a:r>
            <a:r>
              <a:rPr lang="en-US" altLang="zh-TW" sz="1200" b="1" dirty="0">
                <a:solidFill>
                  <a:schemeClr val="accent4"/>
                </a:solidFill>
                <a:cs typeface="Calibri" panose="020F0502020204030204" pitchFamily="34" charset="0"/>
              </a:rPr>
              <a:t>h1(4)</a:t>
            </a:r>
            <a:endParaRPr lang="en-US" altLang="zh-TW" sz="1200" b="1" baseline="-25000" dirty="0">
              <a:solidFill>
                <a:schemeClr val="accent4"/>
              </a:solidFill>
            </a:endParaRPr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0B8B1C45-9CD3-D4C2-FCB8-ACA0949D5C0B}"/>
              </a:ext>
            </a:extLst>
          </p:cNvPr>
          <p:cNvSpPr/>
          <p:nvPr/>
        </p:nvSpPr>
        <p:spPr>
          <a:xfrm>
            <a:off x="3288387" y="3533067"/>
            <a:ext cx="438267" cy="192822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en-US" altLang="zh-TW" sz="1200" b="1" dirty="0">
                <a:solidFill>
                  <a:schemeClr val="tx2"/>
                </a:solidFill>
                <a:cs typeface="Calibri" panose="020F0502020204030204" pitchFamily="34" charset="0"/>
              </a:rPr>
              <a:t>tanh</a:t>
            </a:r>
            <a:endParaRPr lang="en-US" altLang="zh-TW" sz="1200" b="1" baseline="-25000" dirty="0">
              <a:solidFill>
                <a:schemeClr val="tx2"/>
              </a:solidFill>
            </a:endParaRPr>
          </a:p>
        </p:txBody>
      </p:sp>
      <p:cxnSp>
        <p:nvCxnSpPr>
          <p:cNvPr id="164" name="直線單箭頭接點 163">
            <a:extLst>
              <a:ext uri="{FF2B5EF4-FFF2-40B4-BE49-F238E27FC236}">
                <a16:creationId xmlns:a16="http://schemas.microsoft.com/office/drawing/2014/main" id="{74520EDD-DA00-47CC-DEBE-B904FAACB9DE}"/>
              </a:ext>
            </a:extLst>
          </p:cNvPr>
          <p:cNvCxnSpPr>
            <a:cxnSpLocks/>
            <a:stCxn id="122" idx="1"/>
            <a:endCxn id="181" idx="3"/>
          </p:cNvCxnSpPr>
          <p:nvPr/>
        </p:nvCxnSpPr>
        <p:spPr>
          <a:xfrm flipH="1" flipV="1">
            <a:off x="3256640" y="2643258"/>
            <a:ext cx="887808" cy="510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矩形 172">
            <a:extLst>
              <a:ext uri="{FF2B5EF4-FFF2-40B4-BE49-F238E27FC236}">
                <a16:creationId xmlns:a16="http://schemas.microsoft.com/office/drawing/2014/main" id="{97DCFD38-F72A-D670-18E9-C3CABE022EB4}"/>
              </a:ext>
            </a:extLst>
          </p:cNvPr>
          <p:cNvSpPr/>
          <p:nvPr/>
        </p:nvSpPr>
        <p:spPr>
          <a:xfrm>
            <a:off x="3498364" y="2463807"/>
            <a:ext cx="196994" cy="173105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el-GR" altLang="zh-TW" sz="14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tx2"/>
              </a:solidFill>
            </a:endParaRPr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0F5DD2D5-B59B-6A22-A399-C05F131B588E}"/>
              </a:ext>
            </a:extLst>
          </p:cNvPr>
          <p:cNvSpPr/>
          <p:nvPr/>
        </p:nvSpPr>
        <p:spPr>
          <a:xfrm>
            <a:off x="3507520" y="1905571"/>
            <a:ext cx="206210" cy="227285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el-GR" altLang="zh-TW" sz="1400" b="1" dirty="0">
                <a:solidFill>
                  <a:schemeClr val="tx2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σ</a:t>
            </a:r>
            <a:endParaRPr lang="en-US" altLang="zh-TW" sz="1400" b="1" baseline="-25000" dirty="0">
              <a:solidFill>
                <a:schemeClr val="tx2"/>
              </a:solidFill>
            </a:endParaRPr>
          </a:p>
        </p:txBody>
      </p:sp>
      <p:sp>
        <p:nvSpPr>
          <p:cNvPr id="177" name="文字方塊 176">
            <a:extLst>
              <a:ext uri="{FF2B5EF4-FFF2-40B4-BE49-F238E27FC236}">
                <a16:creationId xmlns:a16="http://schemas.microsoft.com/office/drawing/2014/main" id="{84DBD70E-B8C0-89B1-F630-AF61FF591373}"/>
              </a:ext>
            </a:extLst>
          </p:cNvPr>
          <p:cNvSpPr txBox="1"/>
          <p:nvPr/>
        </p:nvSpPr>
        <p:spPr>
          <a:xfrm>
            <a:off x="3103815" y="2021014"/>
            <a:ext cx="152825" cy="2321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600"/>
              </a:lnSpc>
            </a:pPr>
            <a:r>
              <a:rPr lang="en-US" altLang="zh-TW" sz="1400" b="1" dirty="0"/>
              <a:t>f</a:t>
            </a:r>
            <a:r>
              <a:rPr lang="en-US" altLang="zh-TW" sz="1400" b="1" baseline="-25000" dirty="0"/>
              <a:t>t</a:t>
            </a:r>
            <a:endParaRPr lang="zh-TW" altLang="en-US" sz="1400" b="1" baseline="-25000" dirty="0"/>
          </a:p>
        </p:txBody>
      </p: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F791E53A-18A6-0A6D-3693-0357D8A4A939}"/>
              </a:ext>
            </a:extLst>
          </p:cNvPr>
          <p:cNvSpPr txBox="1"/>
          <p:nvPr/>
        </p:nvSpPr>
        <p:spPr>
          <a:xfrm>
            <a:off x="3103815" y="2527180"/>
            <a:ext cx="152825" cy="2321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600"/>
              </a:lnSpc>
            </a:pPr>
            <a:r>
              <a:rPr lang="en-US" altLang="zh-TW" sz="1400" b="1" dirty="0"/>
              <a:t>i</a:t>
            </a:r>
            <a:r>
              <a:rPr lang="en-US" altLang="zh-TW" sz="1400" b="1" baseline="-25000" dirty="0"/>
              <a:t>t</a:t>
            </a:r>
            <a:endParaRPr lang="zh-TW" altLang="en-US" sz="1400" b="1" baseline="-25000" dirty="0"/>
          </a:p>
        </p:txBody>
      </p:sp>
      <p:sp>
        <p:nvSpPr>
          <p:cNvPr id="183" name="文字方塊 182">
            <a:extLst>
              <a:ext uri="{FF2B5EF4-FFF2-40B4-BE49-F238E27FC236}">
                <a16:creationId xmlns:a16="http://schemas.microsoft.com/office/drawing/2014/main" id="{59989102-336F-8D07-7A99-274DFFF2ED7B}"/>
              </a:ext>
            </a:extLst>
          </p:cNvPr>
          <p:cNvSpPr txBox="1"/>
          <p:nvPr/>
        </p:nvSpPr>
        <p:spPr>
          <a:xfrm>
            <a:off x="2829563" y="3080419"/>
            <a:ext cx="206230" cy="2321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600"/>
              </a:lnSpc>
            </a:pPr>
            <a:r>
              <a:rPr lang="en-US" altLang="zh-TW" sz="1400" b="1" dirty="0"/>
              <a:t>O</a:t>
            </a:r>
            <a:r>
              <a:rPr lang="en-US" altLang="zh-TW" sz="1400" b="1" baseline="-25000" dirty="0"/>
              <a:t>t</a:t>
            </a:r>
            <a:endParaRPr lang="zh-TW" altLang="en-US" sz="1400" b="1" baseline="-25000" dirty="0"/>
          </a:p>
        </p:txBody>
      </p: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DC1859F7-D489-2A5B-0906-3BB29F11F31A}"/>
              </a:ext>
            </a:extLst>
          </p:cNvPr>
          <p:cNvSpPr txBox="1"/>
          <p:nvPr/>
        </p:nvSpPr>
        <p:spPr>
          <a:xfrm>
            <a:off x="3180228" y="1033545"/>
            <a:ext cx="152825" cy="232156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600"/>
              </a:lnSpc>
            </a:pPr>
            <a:r>
              <a:rPr lang="en-US" altLang="zh-TW" sz="1400" b="1" dirty="0"/>
              <a:t>C</a:t>
            </a:r>
            <a:r>
              <a:rPr lang="en-US" altLang="zh-TW" sz="1400" b="1" baseline="-25000" dirty="0"/>
              <a:t>t</a:t>
            </a:r>
            <a:endParaRPr lang="zh-TW" altLang="en-US" sz="1400" b="1" baseline="-25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6" name="文字方塊 205">
                <a:extLst>
                  <a:ext uri="{FF2B5EF4-FFF2-40B4-BE49-F238E27FC236}">
                    <a16:creationId xmlns:a16="http://schemas.microsoft.com/office/drawing/2014/main" id="{D7160AE8-7A03-0531-A60B-836455A6276D}"/>
                  </a:ext>
                </a:extLst>
              </p:cNvPr>
              <p:cNvSpPr txBox="1"/>
              <p:nvPr/>
            </p:nvSpPr>
            <p:spPr>
              <a:xfrm>
                <a:off x="2864857" y="3573706"/>
                <a:ext cx="152825" cy="18915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altLang="zh-TW" sz="120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altLang="zh-TW" sz="1200" b="1" i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200" b="1" i="0"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p"/>
                            </m:rPr>
                            <a:rPr lang="en-US" altLang="zh-TW" sz="1200" b="0" i="0" smtClean="0">
                              <a:latin typeface="Cambria Math" panose="02040503050406030204" pitchFamily="18" charset="0"/>
                            </a:rPr>
                            <m:t>t</m:t>
                          </m:r>
                        </m:sub>
                      </m:sSub>
                    </m:oMath>
                  </m:oMathPara>
                </a14:m>
                <a:endParaRPr lang="zh-TW" altLang="en-US" sz="1200" dirty="0"/>
              </a:p>
            </p:txBody>
          </p:sp>
        </mc:Choice>
        <mc:Fallback>
          <p:sp>
            <p:nvSpPr>
              <p:cNvPr id="206" name="文字方塊 205">
                <a:extLst>
                  <a:ext uri="{FF2B5EF4-FFF2-40B4-BE49-F238E27FC236}">
                    <a16:creationId xmlns:a16="http://schemas.microsoft.com/office/drawing/2014/main" id="{D7160AE8-7A03-0531-A60B-836455A62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4857" y="3573706"/>
                <a:ext cx="152825" cy="189154"/>
              </a:xfrm>
              <a:prstGeom prst="rect">
                <a:avLst/>
              </a:prstGeom>
              <a:blipFill>
                <a:blip r:embed="rId9"/>
                <a:stretch>
                  <a:fillRect l="-32000" t="-38710" r="-60000" b="-1290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1" name="接點: 肘形 210">
            <a:extLst>
              <a:ext uri="{FF2B5EF4-FFF2-40B4-BE49-F238E27FC236}">
                <a16:creationId xmlns:a16="http://schemas.microsoft.com/office/drawing/2014/main" id="{C0D5BEEF-9914-3A23-58C4-90D6ADE7E3DC}"/>
              </a:ext>
            </a:extLst>
          </p:cNvPr>
          <p:cNvCxnSpPr>
            <a:cxnSpLocks/>
            <a:stCxn id="80" idx="3"/>
            <a:endCxn id="110" idx="1"/>
          </p:cNvCxnSpPr>
          <p:nvPr/>
        </p:nvCxnSpPr>
        <p:spPr>
          <a:xfrm flipV="1">
            <a:off x="1362321" y="3194590"/>
            <a:ext cx="837911" cy="106726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矩形 212">
            <a:extLst>
              <a:ext uri="{FF2B5EF4-FFF2-40B4-BE49-F238E27FC236}">
                <a16:creationId xmlns:a16="http://schemas.microsoft.com/office/drawing/2014/main" id="{D2AE10F7-BCB8-BBCA-777D-B0B53990D42E}"/>
              </a:ext>
            </a:extLst>
          </p:cNvPr>
          <p:cNvSpPr/>
          <p:nvPr/>
        </p:nvSpPr>
        <p:spPr>
          <a:xfrm>
            <a:off x="3197629" y="2974576"/>
            <a:ext cx="438267" cy="226925"/>
          </a:xfrm>
          <a:prstGeom prst="rect">
            <a:avLst/>
          </a:prstGeom>
          <a:solidFill>
            <a:schemeClr val="bg1">
              <a:alpha val="60000"/>
            </a:schemeClr>
          </a:solidFill>
          <a:ln w="19050">
            <a:noFill/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lvl="0" algn="ctr"/>
            <a:r>
              <a:rPr lang="en-US" altLang="zh-TW" sz="1200" b="1" dirty="0">
                <a:solidFill>
                  <a:schemeClr val="tx2"/>
                </a:solidFill>
                <a:cs typeface="Calibri" panose="020F0502020204030204" pitchFamily="34" charset="0"/>
              </a:rPr>
              <a:t>tanh</a:t>
            </a:r>
            <a:endParaRPr lang="en-US" altLang="zh-TW" sz="1200" b="1" baseline="-25000" dirty="0">
              <a:solidFill>
                <a:schemeClr val="tx2"/>
              </a:solidFill>
            </a:endParaRPr>
          </a:p>
        </p:txBody>
      </p:sp>
      <p:cxnSp>
        <p:nvCxnSpPr>
          <p:cNvPr id="214" name="直線單箭頭接點 213">
            <a:extLst>
              <a:ext uri="{FF2B5EF4-FFF2-40B4-BE49-F238E27FC236}">
                <a16:creationId xmlns:a16="http://schemas.microsoft.com/office/drawing/2014/main" id="{18BAA581-F47A-B4A1-FE50-4BE1EF815837}"/>
              </a:ext>
            </a:extLst>
          </p:cNvPr>
          <p:cNvCxnSpPr>
            <a:cxnSpLocks/>
            <a:stCxn id="125" idx="1"/>
            <a:endCxn id="177" idx="3"/>
          </p:cNvCxnSpPr>
          <p:nvPr/>
        </p:nvCxnSpPr>
        <p:spPr>
          <a:xfrm flipH="1" flipV="1">
            <a:off x="3256640" y="2137092"/>
            <a:ext cx="887808" cy="1851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接點: 肘形 220">
            <a:extLst>
              <a:ext uri="{FF2B5EF4-FFF2-40B4-BE49-F238E27FC236}">
                <a16:creationId xmlns:a16="http://schemas.microsoft.com/office/drawing/2014/main" id="{C4730DCD-881E-2FAA-7D3E-71F62C32477C}"/>
              </a:ext>
            </a:extLst>
          </p:cNvPr>
          <p:cNvCxnSpPr>
            <a:cxnSpLocks/>
            <a:stCxn id="80" idx="3"/>
            <a:endCxn id="113" idx="1"/>
          </p:cNvCxnSpPr>
          <p:nvPr/>
        </p:nvCxnSpPr>
        <p:spPr>
          <a:xfrm flipV="1">
            <a:off x="1362321" y="2643768"/>
            <a:ext cx="540354" cy="1618083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5" name="群組 224">
            <a:extLst>
              <a:ext uri="{FF2B5EF4-FFF2-40B4-BE49-F238E27FC236}">
                <a16:creationId xmlns:a16="http://schemas.microsoft.com/office/drawing/2014/main" id="{4EDFC4CA-8340-2305-3705-84B83E53F2C6}"/>
              </a:ext>
            </a:extLst>
          </p:cNvPr>
          <p:cNvGrpSpPr/>
          <p:nvPr/>
        </p:nvGrpSpPr>
        <p:grpSpPr>
          <a:xfrm>
            <a:off x="289562" y="880524"/>
            <a:ext cx="2132828" cy="446292"/>
            <a:chOff x="6047368" y="1223009"/>
            <a:chExt cx="2132828" cy="44629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6" name="文字方塊 225">
                  <a:extLst>
                    <a:ext uri="{FF2B5EF4-FFF2-40B4-BE49-F238E27FC236}">
                      <a16:creationId xmlns:a16="http://schemas.microsoft.com/office/drawing/2014/main" id="{D010F2B0-0962-2865-0ACE-3EAED802A40C}"/>
                    </a:ext>
                  </a:extLst>
                </p:cNvPr>
                <p:cNvSpPr txBox="1"/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</p:spPr>
              <p:txBody>
                <a:bodyPr wrap="none" lIns="0" tIns="0" rIns="0" bIns="0" rtlCol="0" anchor="t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r>
                          <m:rPr>
                            <m:sty m:val="p"/>
                          </m:rPr>
                          <a:rPr lang="en-US" altLang="zh-TW" sz="12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  <m:d>
                          <m:dPr>
                            <m:ctrlPr>
                              <a:rPr lang="zh-TW" altLang="en-US" sz="120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TW" sz="1200" b="1" i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  <m:r>
                                  <a:rPr lang="en-US" altLang="zh-TW" sz="1200" b="1" i="0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𝟎</m:t>
                                </m:r>
                              </m:e>
                              <m:sub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TW" sz="12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𝐖𝟏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sub>
                                <m:r>
                                  <a:rPr lang="en-US" altLang="zh-TW" sz="1200" b="0" i="1" smtClean="0">
                                    <a:solidFill>
                                      <a:schemeClr val="accent5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(3)</m:t>
                                </m:r>
                              </m:sub>
                            </m:sSub>
                            <m:r>
                              <a:rPr lang="en-US" altLang="zh-TW" sz="1200" b="1" i="0" smtClean="0">
                                <a:solidFill>
                                  <a:schemeClr val="accent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𝐔𝟏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  <m:r>
                              <a:rPr lang="en-US" altLang="zh-TW" sz="12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>
            <p:sp>
              <p:nvSpPr>
                <p:cNvPr id="226" name="文字方塊 225">
                  <a:extLst>
                    <a:ext uri="{FF2B5EF4-FFF2-40B4-BE49-F238E27FC236}">
                      <a16:creationId xmlns:a16="http://schemas.microsoft.com/office/drawing/2014/main" id="{D010F2B0-0962-2865-0ACE-3EAED802A4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7368" y="1453601"/>
                  <a:ext cx="2132828" cy="215700"/>
                </a:xfrm>
                <a:prstGeom prst="rect">
                  <a:avLst/>
                </a:prstGeom>
                <a:blipFill>
                  <a:blip r:embed="rId10"/>
                  <a:stretch>
                    <a:fillRect l="-2865" b="-2222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7" name="矩形 226">
              <a:extLst>
                <a:ext uri="{FF2B5EF4-FFF2-40B4-BE49-F238E27FC236}">
                  <a16:creationId xmlns:a16="http://schemas.microsoft.com/office/drawing/2014/main" id="{80DA070A-EB5E-313C-8261-FDC2A20FCE26}"/>
                </a:ext>
              </a:extLst>
            </p:cNvPr>
            <p:cNvSpPr/>
            <p:nvPr/>
          </p:nvSpPr>
          <p:spPr>
            <a:xfrm>
              <a:off x="6047368" y="1223009"/>
              <a:ext cx="1339534" cy="184667"/>
            </a:xfrm>
            <a:prstGeom prst="rect">
              <a:avLst/>
            </a:prstGeom>
            <a:noFill/>
            <a:ln w="19050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0">
              <a:noAutofit/>
            </a:bodyPr>
            <a:lstStyle/>
            <a:p>
              <a:pPr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RNN h1(4)</a:t>
              </a:r>
              <a:endParaRPr lang="en-US" altLang="zh-TW" sz="1200" baseline="-25000" dirty="0">
                <a:solidFill>
                  <a:schemeClr val="tx1"/>
                </a:solidFill>
                <a:ea typeface="微軟正黑體" panose="020B0604030504040204" pitchFamily="34" charset="-120"/>
              </a:endParaRPr>
            </a:p>
          </p:txBody>
        </p:sp>
      </p:grpSp>
      <p:cxnSp>
        <p:nvCxnSpPr>
          <p:cNvPr id="230" name="直線單箭頭接點 229">
            <a:extLst>
              <a:ext uri="{FF2B5EF4-FFF2-40B4-BE49-F238E27FC236}">
                <a16:creationId xmlns:a16="http://schemas.microsoft.com/office/drawing/2014/main" id="{5B0D1E0D-E664-00FC-3E47-024A28EB74D7}"/>
              </a:ext>
            </a:extLst>
          </p:cNvPr>
          <p:cNvCxnSpPr>
            <a:cxnSpLocks/>
            <a:stCxn id="116" idx="3"/>
            <a:endCxn id="177" idx="1"/>
          </p:cNvCxnSpPr>
          <p:nvPr/>
        </p:nvCxnSpPr>
        <p:spPr>
          <a:xfrm>
            <a:off x="2186365" y="2135056"/>
            <a:ext cx="917450" cy="2036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直線單箭頭接點 234">
            <a:extLst>
              <a:ext uri="{FF2B5EF4-FFF2-40B4-BE49-F238E27FC236}">
                <a16:creationId xmlns:a16="http://schemas.microsoft.com/office/drawing/2014/main" id="{A978C1DF-3B51-390F-BD4C-E2F19FBA30F6}"/>
              </a:ext>
            </a:extLst>
          </p:cNvPr>
          <p:cNvCxnSpPr>
            <a:cxnSpLocks/>
            <a:stCxn id="113" idx="3"/>
            <a:endCxn id="181" idx="1"/>
          </p:cNvCxnSpPr>
          <p:nvPr/>
        </p:nvCxnSpPr>
        <p:spPr>
          <a:xfrm flipV="1">
            <a:off x="2176995" y="2643258"/>
            <a:ext cx="926820" cy="510"/>
          </a:xfrm>
          <a:prstGeom prst="straightConnector1">
            <a:avLst/>
          </a:prstGeom>
          <a:ln w="15875">
            <a:solidFill>
              <a:schemeClr val="accent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2" name="直線單箭頭接點 241">
            <a:extLst>
              <a:ext uri="{FF2B5EF4-FFF2-40B4-BE49-F238E27FC236}">
                <a16:creationId xmlns:a16="http://schemas.microsoft.com/office/drawing/2014/main" id="{C9127C74-9AF3-ACF4-5E1C-720DCC09C3CE}"/>
              </a:ext>
            </a:extLst>
          </p:cNvPr>
          <p:cNvCxnSpPr>
            <a:cxnSpLocks/>
            <a:stCxn id="110" idx="3"/>
            <a:endCxn id="183" idx="1"/>
          </p:cNvCxnSpPr>
          <p:nvPr/>
        </p:nvCxnSpPr>
        <p:spPr>
          <a:xfrm>
            <a:off x="2474552" y="3194590"/>
            <a:ext cx="355011" cy="1907"/>
          </a:xfrm>
          <a:prstGeom prst="straightConnector1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直線單箭頭接點 244">
            <a:extLst>
              <a:ext uri="{FF2B5EF4-FFF2-40B4-BE49-F238E27FC236}">
                <a16:creationId xmlns:a16="http://schemas.microsoft.com/office/drawing/2014/main" id="{989B40BE-F003-A484-2E4D-EED5BB956596}"/>
              </a:ext>
            </a:extLst>
          </p:cNvPr>
          <p:cNvCxnSpPr>
            <a:cxnSpLocks/>
            <a:stCxn id="119" idx="1"/>
            <a:endCxn id="183" idx="3"/>
          </p:cNvCxnSpPr>
          <p:nvPr/>
        </p:nvCxnSpPr>
        <p:spPr>
          <a:xfrm flipH="1" flipV="1">
            <a:off x="3035793" y="3196497"/>
            <a:ext cx="753644" cy="5762"/>
          </a:xfrm>
          <a:prstGeom prst="straightConnector1">
            <a:avLst/>
          </a:prstGeom>
          <a:ln w="15875">
            <a:solidFill>
              <a:schemeClr val="accent5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直線單箭頭接點 270">
            <a:extLst>
              <a:ext uri="{FF2B5EF4-FFF2-40B4-BE49-F238E27FC236}">
                <a16:creationId xmlns:a16="http://schemas.microsoft.com/office/drawing/2014/main" id="{D48B3759-EBAD-617E-74CF-EA602B2D7FB3}"/>
              </a:ext>
            </a:extLst>
          </p:cNvPr>
          <p:cNvCxnSpPr>
            <a:cxnSpLocks/>
          </p:cNvCxnSpPr>
          <p:nvPr/>
        </p:nvCxnSpPr>
        <p:spPr>
          <a:xfrm flipH="1">
            <a:off x="3419872" y="2643768"/>
            <a:ext cx="724576" cy="3605"/>
          </a:xfrm>
          <a:prstGeom prst="straightConnector1">
            <a:avLst/>
          </a:prstGeom>
          <a:ln w="15875">
            <a:solidFill>
              <a:schemeClr val="tx2"/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8B233174-6544-05A1-7A52-C4177A891ED8}"/>
              </a:ext>
            </a:extLst>
          </p:cNvPr>
          <p:cNvCxnSpPr>
            <a:cxnSpLocks/>
            <a:stCxn id="80" idx="3"/>
            <a:endCxn id="85" idx="1"/>
          </p:cNvCxnSpPr>
          <p:nvPr/>
        </p:nvCxnSpPr>
        <p:spPr>
          <a:xfrm flipV="1">
            <a:off x="1362321" y="3651880"/>
            <a:ext cx="825871" cy="609971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直線單箭頭接點 274">
            <a:extLst>
              <a:ext uri="{FF2B5EF4-FFF2-40B4-BE49-F238E27FC236}">
                <a16:creationId xmlns:a16="http://schemas.microsoft.com/office/drawing/2014/main" id="{0A74BBD9-2635-12D5-1AA4-456EEE5F37FF}"/>
              </a:ext>
            </a:extLst>
          </p:cNvPr>
          <p:cNvCxnSpPr>
            <a:cxnSpLocks/>
            <a:stCxn id="85" idx="3"/>
            <a:endCxn id="206" idx="1"/>
          </p:cNvCxnSpPr>
          <p:nvPr/>
        </p:nvCxnSpPr>
        <p:spPr>
          <a:xfrm>
            <a:off x="2462512" y="3651880"/>
            <a:ext cx="402345" cy="16403"/>
          </a:xfrm>
          <a:prstGeom prst="straightConnector1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5006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2E1FC-954E-4851-B5E5-4B3914093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96C8218-1559-7D81-3C83-97ED7848E608}"/>
              </a:ext>
            </a:extLst>
          </p:cNvPr>
          <p:cNvSpPr/>
          <p:nvPr/>
        </p:nvSpPr>
        <p:spPr>
          <a:xfrm>
            <a:off x="4499992" y="1011596"/>
            <a:ext cx="1440159" cy="645227"/>
          </a:xfrm>
          <a:prstGeom prst="rect">
            <a:avLst/>
          </a:prstGeom>
          <a:solidFill>
            <a:schemeClr val="accent6">
              <a:lumMod val="20000"/>
              <a:lumOff val="80000"/>
              <a:alpha val="20000"/>
            </a:schemeClr>
          </a:solidFill>
          <a:ln w="19050">
            <a:solidFill>
              <a:schemeClr val="accent6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A4E4C2DD-DA9F-4C94-3335-3160B1100600}"/>
              </a:ext>
            </a:extLst>
          </p:cNvPr>
          <p:cNvGraphicFramePr>
            <a:graphicFrameLocks noGrp="1"/>
          </p:cNvGraphicFramePr>
          <p:nvPr/>
        </p:nvGraphicFramePr>
        <p:xfrm>
          <a:off x="2182414" y="3873795"/>
          <a:ext cx="183458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08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293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306491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7705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bg1">
                            <a:lumMod val="50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1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Ꙩ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15E45F6B-A916-9975-2772-A70378D9C8C5}"/>
              </a:ext>
            </a:extLst>
          </p:cNvPr>
          <p:cNvGraphicFramePr>
            <a:graphicFrameLocks noGrp="1"/>
          </p:cNvGraphicFramePr>
          <p:nvPr/>
        </p:nvGraphicFramePr>
        <p:xfrm>
          <a:off x="4402887" y="3873795"/>
          <a:ext cx="1815237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108446047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86383383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380538929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4066581974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508433019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970694898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0079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1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9987F561-B119-663F-2EE6-7CC8B858499A}"/>
              </a:ext>
            </a:extLst>
          </p:cNvPr>
          <p:cNvGraphicFramePr>
            <a:graphicFrameLocks noGrp="1"/>
          </p:cNvGraphicFramePr>
          <p:nvPr/>
        </p:nvGraphicFramePr>
        <p:xfrm>
          <a:off x="6281667" y="3873795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159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C05BFBB7-38E4-72AF-90CB-0BA8048D0B4D}"/>
              </a:ext>
            </a:extLst>
          </p:cNvPr>
          <p:cNvGraphicFramePr>
            <a:graphicFrameLocks noGrp="1"/>
          </p:cNvGraphicFramePr>
          <p:nvPr/>
        </p:nvGraphicFramePr>
        <p:xfrm>
          <a:off x="1418853" y="3873795"/>
          <a:ext cx="653930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75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10087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41" name="文字方塊 40">
            <a:extLst>
              <a:ext uri="{FF2B5EF4-FFF2-40B4-BE49-F238E27FC236}">
                <a16:creationId xmlns:a16="http://schemas.microsoft.com/office/drawing/2014/main" id="{F013A126-5BE6-0C42-FF3D-56641B2F6C9A}"/>
              </a:ext>
            </a:extLst>
          </p:cNvPr>
          <p:cNvSpPr txBox="1"/>
          <p:nvPr/>
        </p:nvSpPr>
        <p:spPr>
          <a:xfrm>
            <a:off x="5564866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3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</a:t>
            </a:r>
            <a:endParaRPr lang="zh-TW" altLang="en-US" dirty="0">
              <a:solidFill>
                <a:schemeClr val="accent3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950B938C-E16C-1969-3AB6-CA551EEB16DB}"/>
              </a:ext>
            </a:extLst>
          </p:cNvPr>
          <p:cNvSpPr txBox="1"/>
          <p:nvPr/>
        </p:nvSpPr>
        <p:spPr>
          <a:xfrm>
            <a:off x="6487820" y="349039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</a:t>
            </a:r>
            <a:endParaRPr lang="zh-TW" altLang="en-US" sz="10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9" name="表格 58">
            <a:extLst>
              <a:ext uri="{FF2B5EF4-FFF2-40B4-BE49-F238E27FC236}">
                <a16:creationId xmlns:a16="http://schemas.microsoft.com/office/drawing/2014/main" id="{FE2D4A12-7DE5-D645-4930-4C243C222D92}"/>
              </a:ext>
            </a:extLst>
          </p:cNvPr>
          <p:cNvGraphicFramePr>
            <a:graphicFrameLocks noGrp="1"/>
          </p:cNvGraphicFramePr>
          <p:nvPr/>
        </p:nvGraphicFramePr>
        <p:xfrm>
          <a:off x="7298947" y="3873795"/>
          <a:ext cx="728545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57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239644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1.3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p:sp>
        <p:nvSpPr>
          <p:cNvPr id="61" name="文字方塊 60">
            <a:extLst>
              <a:ext uri="{FF2B5EF4-FFF2-40B4-BE49-F238E27FC236}">
                <a16:creationId xmlns:a16="http://schemas.microsoft.com/office/drawing/2014/main" id="{89A85F49-E9EE-2A3F-9C5F-B359E43A192F}"/>
              </a:ext>
            </a:extLst>
          </p:cNvPr>
          <p:cNvSpPr txBox="1"/>
          <p:nvPr/>
        </p:nvSpPr>
        <p:spPr>
          <a:xfrm>
            <a:off x="7236106" y="3490392"/>
            <a:ext cx="854226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RMS</a:t>
            </a:r>
            <a:endParaRPr lang="zh-TW" altLang="en-US" sz="1200" dirty="0">
              <a:solidFill>
                <a:schemeClr val="bg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952511F5-122B-7672-6F39-15FB4E72019D}"/>
              </a:ext>
            </a:extLst>
          </p:cNvPr>
          <p:cNvSpPr txBox="1"/>
          <p:nvPr/>
        </p:nvSpPr>
        <p:spPr>
          <a:xfrm>
            <a:off x="7071668" y="4490880"/>
            <a:ext cx="1658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000" b="0" dirty="0">
                <a:solidFill>
                  <a:schemeClr val="tx1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=</a:t>
            </a:r>
            <a:endParaRPr lang="zh-TW" altLang="en-US" sz="1000" b="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2C43022C-F091-8CFC-69FB-065E447B1249}"/>
              </a:ext>
            </a:extLst>
          </p:cNvPr>
          <p:cNvSpPr/>
          <p:nvPr/>
        </p:nvSpPr>
        <p:spPr>
          <a:xfrm>
            <a:off x="1361337" y="2814774"/>
            <a:ext cx="2708436" cy="2630450"/>
          </a:xfrm>
          <a:prstGeom prst="rect">
            <a:avLst/>
          </a:prstGeom>
          <a:solidFill>
            <a:schemeClr val="accent4">
              <a:lumMod val="20000"/>
              <a:lumOff val="80000"/>
              <a:alpha val="20000"/>
            </a:schemeClr>
          </a:solidFill>
          <a:ln w="19050">
            <a:solidFill>
              <a:schemeClr val="accent4"/>
            </a:solidFill>
            <a:prstDash val="sysDot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endParaRPr lang="en-US" altLang="zh-TW" sz="1000" dirty="0">
              <a:solidFill>
                <a:srgbClr val="FF0000"/>
              </a:solidFill>
              <a:ea typeface="微軟正黑體" panose="020B0604030504040204" pitchFamily="34" charset="-120"/>
            </a:endParaRPr>
          </a:p>
        </p:txBody>
      </p:sp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C8088BAC-BEC6-2D08-54B1-5CD74FAFBB38}"/>
              </a:ext>
            </a:extLst>
          </p:cNvPr>
          <p:cNvGraphicFramePr>
            <a:graphicFrameLocks noGrp="1"/>
          </p:cNvGraphicFramePr>
          <p:nvPr/>
        </p:nvGraphicFramePr>
        <p:xfrm>
          <a:off x="2182413" y="3068960"/>
          <a:ext cx="807240" cy="6426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822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823401774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2361940216"/>
                    </a:ext>
                  </a:extLst>
                </a:gridCol>
                <a:gridCol w="19980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261066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C19F77F4-4ABF-D590-91B3-B66B0B400E7B}"/>
              </a:ext>
            </a:extLst>
          </p:cNvPr>
          <p:cNvSpPr txBox="1"/>
          <p:nvPr/>
        </p:nvSpPr>
        <p:spPr>
          <a:xfrm>
            <a:off x="1557145" y="3532622"/>
            <a:ext cx="316238" cy="256418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2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</a:t>
            </a:r>
            <a:endParaRPr lang="zh-TW" altLang="en-US" dirty="0">
              <a:solidFill>
                <a:schemeClr val="accent2">
                  <a:lumMod val="60000"/>
                  <a:lumOff val="4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69F0847B-09A8-F6C5-C9D8-00166C3A61C1}"/>
              </a:ext>
            </a:extLst>
          </p:cNvPr>
          <p:cNvSpPr txBox="1"/>
          <p:nvPr/>
        </p:nvSpPr>
        <p:spPr>
          <a:xfrm>
            <a:off x="2427914" y="2767633"/>
            <a:ext cx="316238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</a:t>
            </a:r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4" name="文字方塊 103">
            <a:extLst>
              <a:ext uri="{FF2B5EF4-FFF2-40B4-BE49-F238E27FC236}">
                <a16:creationId xmlns:a16="http://schemas.microsoft.com/office/drawing/2014/main" id="{6FCD64FD-F98B-8AC4-C4AC-D3B0F56692A6}"/>
              </a:ext>
            </a:extLst>
          </p:cNvPr>
          <p:cNvSpPr txBox="1"/>
          <p:nvPr/>
        </p:nvSpPr>
        <p:spPr>
          <a:xfrm>
            <a:off x="3368927" y="3490392"/>
            <a:ext cx="530084" cy="333823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Causal</a:t>
            </a:r>
          </a:p>
          <a:p>
            <a:pPr algn="ctr">
              <a:lnSpc>
                <a:spcPts val="1400"/>
              </a:lnSpc>
            </a:pPr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Mask</a:t>
            </a:r>
            <a:endParaRPr lang="zh-TW" altLang="en-US" sz="1200" dirty="0">
              <a:solidFill>
                <a:schemeClr val="accent4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7188202-F1B9-E181-F924-1D279F5BA0D2}"/>
              </a:ext>
            </a:extLst>
          </p:cNvPr>
          <p:cNvGraphicFramePr>
            <a:graphicFrameLocks noGrp="1"/>
          </p:cNvGraphicFramePr>
          <p:nvPr/>
        </p:nvGraphicFramePr>
        <p:xfrm>
          <a:off x="4147140" y="3861570"/>
          <a:ext cx="211368" cy="14994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6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5496678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225911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9971003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384225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5019256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6641310"/>
                  </a:ext>
                </a:extLst>
              </a:tr>
              <a:tr h="21420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=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90401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/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Norm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}"/>
                          <m:ctrlPr>
                            <a:rPr lang="en-US" altLang="zh-TW" sz="1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0" dirty="0"/>
                              </m:ctrlPr>
                            </m:fPr>
                            <m:num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x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baseline="-25000" dirty="0"/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∗γi</m:t>
                              </m:r>
                            </m:num>
                            <m:den>
                              <m:r>
                                <m:rPr>
                                  <m:nor/>
                                </m:rPr>
                                <a:rPr lang="en-US" altLang="zh-TW" sz="1200" i="0" dirty="0"/>
                                <m:t>RMS(x)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12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RMS</m:t>
                      </m:r>
                      <m:d>
                        <m:dPr>
                          <m:ctrlP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TW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5"/>
                                </m:r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bSup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</m:nary>
                          <m:r>
                            <a:rPr lang="en-US" altLang="zh-TW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f>
                            <m:fPr>
                              <m:ctrlP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altLang="zh-TW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zh-TW" altLang="en-US" sz="1200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6533E10E-209C-5074-10A7-4E4A830D6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5599951"/>
                <a:ext cx="1775422" cy="749244"/>
              </a:xfrm>
              <a:prstGeom prst="rect">
                <a:avLst/>
              </a:prstGeom>
              <a:blipFill>
                <a:blip r:embed="rId3"/>
                <a:stretch>
                  <a:fillRect l="-3093" t="-41463" r="-25773" b="-13252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4C69D51-1D28-7D46-D4F3-7BE78FE1AE01}"/>
                  </a:ext>
                </a:extLst>
              </p:cNvPr>
              <p:cNvSpPr txBox="1"/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So</m:t>
                      </m:r>
                      <m:r>
                        <m:rPr>
                          <m:sty m:val="p"/>
                        </m:rPr>
                        <a:rPr lang="en-US" altLang="zh-TW" sz="1200">
                          <a:latin typeface="Cambria Math" panose="02040503050406030204" pitchFamily="18" charset="0"/>
                        </a:rPr>
                        <m:t>ftmax</m:t>
                      </m:r>
                      <m:d>
                        <m:dPr>
                          <m:ctrlPr>
                            <a:rPr lang="en-US" altLang="zh-TW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QK</m:t>
                                  </m:r>
                                </m:e>
                                <m:sup>
                                  <m:r>
                                    <m:rPr>
                                      <m:sty m:val="p"/>
                                    </m:rPr>
                                    <a:rPr lang="en-US" altLang="zh-TW" sz="1200">
                                      <a:latin typeface="Cambria Math" panose="02040503050406030204" pitchFamily="18" charset="0"/>
                                    </a:rPr>
                                    <m:t>T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altLang="zh-TW" sz="1200" i="1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d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altLang="zh-TW" sz="1200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altLang="zh-TW" sz="120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altLang="zh-TW" sz="120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zh-TW" altLang="zh-TW" sz="1200" i="0" dirty="0">
                          <a:solidFill>
                            <a:prstClr val="black"/>
                          </a:solidFill>
                        </a:rPr>
                        <m:t>➔</m:t>
                      </m:r>
                      <m:r>
                        <m:rPr>
                          <m:nor/>
                        </m:rPr>
                        <a:rPr lang="en-US" altLang="zh-TW" sz="1200" b="0" i="0" dirty="0" smtClean="0">
                          <a:solidFill>
                            <a:prstClr val="black"/>
                          </a:solidFill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TW" sz="1200" b="0" i="0" smtClean="0">
                          <a:latin typeface="Cambria Math" panose="02040503050406030204" pitchFamily="18" charset="0"/>
                        </a:rPr>
                        <m:t>Attention</m:t>
                      </m:r>
                    </m:oMath>
                  </m:oMathPara>
                </a14:m>
                <a:endParaRPr lang="en-US" altLang="zh-TW" sz="1200" b="0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04C69D51-1D28-7D46-D4F3-7BE78FE1A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3848" y="5524053"/>
                <a:ext cx="2145524" cy="477310"/>
              </a:xfrm>
              <a:prstGeom prst="rect">
                <a:avLst/>
              </a:prstGeom>
              <a:blipFill>
                <a:blip r:embed="rId4"/>
                <a:stretch>
                  <a:fillRect l="-2557" b="-51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矩形: 圓角 6">
            <a:extLst>
              <a:ext uri="{FF2B5EF4-FFF2-40B4-BE49-F238E27FC236}">
                <a16:creationId xmlns:a16="http://schemas.microsoft.com/office/drawing/2014/main" id="{79D62CE4-E91E-3981-9BF3-2C1BE29B1BC3}"/>
              </a:ext>
            </a:extLst>
          </p:cNvPr>
          <p:cNvSpPr/>
          <p:nvPr/>
        </p:nvSpPr>
        <p:spPr>
          <a:xfrm>
            <a:off x="5489321" y="1118107"/>
            <a:ext cx="378823" cy="45720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</a:t>
            </a:r>
            <a:endParaRPr lang="zh-TW" altLang="en-US" sz="1200" dirty="0">
              <a:solidFill>
                <a:schemeClr val="accent3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DF4894-29E0-7855-ACBE-49137CE41C09}"/>
              </a:ext>
            </a:extLst>
          </p:cNvPr>
          <p:cNvSpPr/>
          <p:nvPr/>
        </p:nvSpPr>
        <p:spPr>
          <a:xfrm>
            <a:off x="4073664" y="1119557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" name="箭號: 向下 10">
            <a:extLst>
              <a:ext uri="{FF2B5EF4-FFF2-40B4-BE49-F238E27FC236}">
                <a16:creationId xmlns:a16="http://schemas.microsoft.com/office/drawing/2014/main" id="{CEF5505A-877F-0AB9-92CB-3BEEFA4D3C43}"/>
              </a:ext>
            </a:extLst>
          </p:cNvPr>
          <p:cNvSpPr/>
          <p:nvPr/>
        </p:nvSpPr>
        <p:spPr>
          <a:xfrm rot="16200000">
            <a:off x="4288847" y="1246325"/>
            <a:ext cx="216022" cy="225052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878B2AA1-3FF7-5D57-9091-4447938193D0}"/>
              </a:ext>
            </a:extLst>
          </p:cNvPr>
          <p:cNvSpPr txBox="1"/>
          <p:nvPr/>
        </p:nvSpPr>
        <p:spPr>
          <a:xfrm>
            <a:off x="4755700" y="1682857"/>
            <a:ext cx="864000" cy="21434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</a:rPr>
              <a:t>Transformer</a:t>
            </a:r>
          </a:p>
        </p:txBody>
      </p: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09A5A324-3DEC-03BE-2AE4-D9D702A8112A}"/>
              </a:ext>
            </a:extLst>
          </p:cNvPr>
          <p:cNvGrpSpPr/>
          <p:nvPr/>
        </p:nvGrpSpPr>
        <p:grpSpPr>
          <a:xfrm>
            <a:off x="251520" y="2944608"/>
            <a:ext cx="1066099" cy="628408"/>
            <a:chOff x="121525" y="3016616"/>
            <a:chExt cx="1066099" cy="628408"/>
          </a:xfrm>
        </p:grpSpPr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E2DE1953-49AE-101D-1BFB-FD07A518B130}"/>
                </a:ext>
              </a:extLst>
            </p:cNvPr>
            <p:cNvSpPr/>
            <p:nvPr/>
          </p:nvSpPr>
          <p:spPr>
            <a:xfrm>
              <a:off x="542232" y="3279264"/>
              <a:ext cx="274320" cy="27432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q</a:t>
              </a:r>
            </a:p>
          </p:txBody>
        </p:sp>
        <p:sp>
          <p:nvSpPr>
            <p:cNvPr id="34" name="文字方塊 33">
              <a:extLst>
                <a:ext uri="{FF2B5EF4-FFF2-40B4-BE49-F238E27FC236}">
                  <a16:creationId xmlns:a16="http://schemas.microsoft.com/office/drawing/2014/main" id="{E3F54B8A-B657-67EA-3222-54AE4FAC6F79}"/>
                </a:ext>
              </a:extLst>
            </p:cNvPr>
            <p:cNvSpPr txBox="1"/>
            <p:nvPr/>
          </p:nvSpPr>
          <p:spPr>
            <a:xfrm>
              <a:off x="971600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37" name="文字方塊 36">
              <a:extLst>
                <a:ext uri="{FF2B5EF4-FFF2-40B4-BE49-F238E27FC236}">
                  <a16:creationId xmlns:a16="http://schemas.microsoft.com/office/drawing/2014/main" id="{CF0BEBF6-5813-CF95-1FA4-C0C39E260B81}"/>
                </a:ext>
              </a:extLst>
            </p:cNvPr>
            <p:cNvSpPr txBox="1"/>
            <p:nvPr/>
          </p:nvSpPr>
          <p:spPr>
            <a:xfrm>
              <a:off x="390507" y="332498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dirty="0"/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D0C52DBD-DEB6-AFFA-E98D-75380BBC0371}"/>
                </a:ext>
              </a:extLst>
            </p:cNvPr>
            <p:cNvSpPr txBox="1"/>
            <p:nvPr/>
          </p:nvSpPr>
          <p:spPr>
            <a:xfrm>
              <a:off x="553264" y="3140968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FD0449CD-2130-D541-F9FD-A9750EEB6BF7}"/>
                </a:ext>
              </a:extLst>
            </p:cNvPr>
            <p:cNvSpPr txBox="1"/>
            <p:nvPr/>
          </p:nvSpPr>
          <p:spPr>
            <a:xfrm>
              <a:off x="894563" y="3212976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67" name="矩形 66">
              <a:extLst>
                <a:ext uri="{FF2B5EF4-FFF2-40B4-BE49-F238E27FC236}">
                  <a16:creationId xmlns:a16="http://schemas.microsoft.com/office/drawing/2014/main" id="{35A5F392-B90C-AD01-59A7-501B83DBBAC6}"/>
                </a:ext>
              </a:extLst>
            </p:cNvPr>
            <p:cNvSpPr/>
            <p:nvPr/>
          </p:nvSpPr>
          <p:spPr>
            <a:xfrm>
              <a:off x="126554" y="318782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4" name="文字方塊 73">
              <a:extLst>
                <a:ext uri="{FF2B5EF4-FFF2-40B4-BE49-F238E27FC236}">
                  <a16:creationId xmlns:a16="http://schemas.microsoft.com/office/drawing/2014/main" id="{92B6EA84-82D7-9B13-9C67-46BDF886A2A7}"/>
                </a:ext>
              </a:extLst>
            </p:cNvPr>
            <p:cNvSpPr txBox="1"/>
            <p:nvPr/>
          </p:nvSpPr>
          <p:spPr>
            <a:xfrm>
              <a:off x="121525" y="3016616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grpSp>
        <p:nvGrpSpPr>
          <p:cNvPr id="82" name="群組 81">
            <a:extLst>
              <a:ext uri="{FF2B5EF4-FFF2-40B4-BE49-F238E27FC236}">
                <a16:creationId xmlns:a16="http://schemas.microsoft.com/office/drawing/2014/main" id="{2E09DC6D-F60A-A48C-51C2-6B9D5204E5DE}"/>
              </a:ext>
            </a:extLst>
          </p:cNvPr>
          <p:cNvGrpSpPr/>
          <p:nvPr/>
        </p:nvGrpSpPr>
        <p:grpSpPr>
          <a:xfrm>
            <a:off x="1187624" y="1628800"/>
            <a:ext cx="1066099" cy="638586"/>
            <a:chOff x="1091459" y="1303398"/>
            <a:chExt cx="1066099" cy="638586"/>
          </a:xfrm>
        </p:grpSpPr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BFFF05FC-B9A5-6CC5-758F-A8A192F39652}"/>
                </a:ext>
              </a:extLst>
            </p:cNvPr>
            <p:cNvSpPr/>
            <p:nvPr/>
          </p:nvSpPr>
          <p:spPr>
            <a:xfrm>
              <a:off x="1550421" y="1576314"/>
              <a:ext cx="274320" cy="2743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k</a:t>
              </a:r>
            </a:p>
          </p:txBody>
        </p:sp>
        <p:sp>
          <p:nvSpPr>
            <p:cNvPr id="40" name="文字方塊 39">
              <a:extLst>
                <a:ext uri="{FF2B5EF4-FFF2-40B4-BE49-F238E27FC236}">
                  <a16:creationId xmlns:a16="http://schemas.microsoft.com/office/drawing/2014/main" id="{1A904E3C-14D7-4DD7-2DB3-3CE890071D3A}"/>
                </a:ext>
              </a:extLst>
            </p:cNvPr>
            <p:cNvSpPr txBox="1"/>
            <p:nvPr/>
          </p:nvSpPr>
          <p:spPr>
            <a:xfrm>
              <a:off x="1398696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0572CC80-221C-CFA8-6CA0-C9209C8C0807}"/>
                </a:ext>
              </a:extLst>
            </p:cNvPr>
            <p:cNvSpPr txBox="1"/>
            <p:nvPr/>
          </p:nvSpPr>
          <p:spPr>
            <a:xfrm>
              <a:off x="1940848" y="1622034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1C097F63-2D37-58F6-D724-29AD948117B6}"/>
                </a:ext>
              </a:extLst>
            </p:cNvPr>
            <p:cNvSpPr/>
            <p:nvPr/>
          </p:nvSpPr>
          <p:spPr>
            <a:xfrm>
              <a:off x="1115616" y="1484784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77" name="文字方塊 76">
              <a:extLst>
                <a:ext uri="{FF2B5EF4-FFF2-40B4-BE49-F238E27FC236}">
                  <a16:creationId xmlns:a16="http://schemas.microsoft.com/office/drawing/2014/main" id="{830D44BB-39A0-3014-543C-89117CBE1B64}"/>
                </a:ext>
              </a:extLst>
            </p:cNvPr>
            <p:cNvSpPr txBox="1"/>
            <p:nvPr/>
          </p:nvSpPr>
          <p:spPr>
            <a:xfrm>
              <a:off x="1523198" y="1427750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79" name="文字方塊 78">
              <a:extLst>
                <a:ext uri="{FF2B5EF4-FFF2-40B4-BE49-F238E27FC236}">
                  <a16:creationId xmlns:a16="http://schemas.microsoft.com/office/drawing/2014/main" id="{ED7EA4EE-F758-B904-E7DF-513A69A187EC}"/>
                </a:ext>
              </a:extLst>
            </p:cNvPr>
            <p:cNvSpPr txBox="1"/>
            <p:nvPr/>
          </p:nvSpPr>
          <p:spPr>
            <a:xfrm>
              <a:off x="1864497" y="1499758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81" name="文字方塊 80">
              <a:extLst>
                <a:ext uri="{FF2B5EF4-FFF2-40B4-BE49-F238E27FC236}">
                  <a16:creationId xmlns:a16="http://schemas.microsoft.com/office/drawing/2014/main" id="{9F5A2A00-AA2B-2668-0A78-241389E1C38B}"/>
                </a:ext>
              </a:extLst>
            </p:cNvPr>
            <p:cNvSpPr txBox="1"/>
            <p:nvPr/>
          </p:nvSpPr>
          <p:spPr>
            <a:xfrm>
              <a:off x="1091459" y="1303398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cxnSp>
        <p:nvCxnSpPr>
          <p:cNvPr id="84" name="接點: 肘形 83">
            <a:extLst>
              <a:ext uri="{FF2B5EF4-FFF2-40B4-BE49-F238E27FC236}">
                <a16:creationId xmlns:a16="http://schemas.microsoft.com/office/drawing/2014/main" id="{8F443832-6634-CC95-EFEB-76CC61FD2CA3}"/>
              </a:ext>
            </a:extLst>
          </p:cNvPr>
          <p:cNvCxnSpPr>
            <a:cxnSpLocks/>
            <a:stCxn id="43" idx="3"/>
            <a:endCxn id="17" idx="0"/>
          </p:cNvCxnSpPr>
          <p:nvPr/>
        </p:nvCxnSpPr>
        <p:spPr>
          <a:xfrm>
            <a:off x="2219893" y="2038876"/>
            <a:ext cx="366140" cy="237996"/>
          </a:xfrm>
          <a:prstGeom prst="bentConnector2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B819329B-F084-4216-7BA9-DE8E75792C09}"/>
              </a:ext>
            </a:extLst>
          </p:cNvPr>
          <p:cNvGrpSpPr/>
          <p:nvPr/>
        </p:nvGrpSpPr>
        <p:grpSpPr>
          <a:xfrm>
            <a:off x="4572000" y="2892725"/>
            <a:ext cx="1026360" cy="636377"/>
            <a:chOff x="4739871" y="2964733"/>
            <a:chExt cx="1026360" cy="636377"/>
          </a:xfrm>
        </p:grpSpPr>
        <p:sp>
          <p:nvSpPr>
            <p:cNvPr id="25" name="文字方塊 24">
              <a:extLst>
                <a:ext uri="{FF2B5EF4-FFF2-40B4-BE49-F238E27FC236}">
                  <a16:creationId xmlns:a16="http://schemas.microsoft.com/office/drawing/2014/main" id="{181CB809-ECAA-D9D0-D1EB-2F3D9BA9F17C}"/>
                </a:ext>
              </a:extLst>
            </p:cNvPr>
            <p:cNvSpPr txBox="1"/>
            <p:nvPr/>
          </p:nvSpPr>
          <p:spPr>
            <a:xfrm>
              <a:off x="4739871" y="2964733"/>
              <a:ext cx="293061" cy="144971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  <p:sp>
          <p:nvSpPr>
            <p:cNvPr id="28" name="矩形 27">
              <a:extLst>
                <a:ext uri="{FF2B5EF4-FFF2-40B4-BE49-F238E27FC236}">
                  <a16:creationId xmlns:a16="http://schemas.microsoft.com/office/drawing/2014/main" id="{66340DE9-B9F8-5D8E-F0D8-531BF19180DC}"/>
                </a:ext>
              </a:extLst>
            </p:cNvPr>
            <p:cNvSpPr/>
            <p:nvPr/>
          </p:nvSpPr>
          <p:spPr>
            <a:xfrm>
              <a:off x="4739871" y="3143910"/>
              <a:ext cx="274320" cy="4572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2540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4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X</a:t>
              </a:r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FDE51605-7F17-B0D7-1EE1-7A6FACF24754}"/>
                </a:ext>
              </a:extLst>
            </p:cNvPr>
            <p:cNvSpPr/>
            <p:nvPr/>
          </p:nvSpPr>
          <p:spPr>
            <a:xfrm>
              <a:off x="5130408" y="3229629"/>
              <a:ext cx="274320" cy="27432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54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r>
                <a:rPr lang="en-US" altLang="zh-TW" sz="1200" b="1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W</a:t>
              </a:r>
              <a:r>
                <a:rPr lang="en-US" altLang="zh-TW" sz="1200" b="1" baseline="-25000" dirty="0">
                  <a:solidFill>
                    <a:schemeClr val="tx1"/>
                  </a:solidFill>
                  <a:ea typeface="微軟正黑體" panose="020B0604030504040204" pitchFamily="34" charset="-120"/>
                </a:rPr>
                <a:t>v</a:t>
              </a:r>
            </a:p>
          </p:txBody>
        </p:sp>
        <p:sp>
          <p:nvSpPr>
            <p:cNvPr id="60" name="文字方塊 59">
              <a:extLst>
                <a:ext uri="{FF2B5EF4-FFF2-40B4-BE49-F238E27FC236}">
                  <a16:creationId xmlns:a16="http://schemas.microsoft.com/office/drawing/2014/main" id="{589B9766-37D4-CE54-10FC-FC09AB6106AB}"/>
                </a:ext>
              </a:extLst>
            </p:cNvPr>
            <p:cNvSpPr txBox="1"/>
            <p:nvPr/>
          </p:nvSpPr>
          <p:spPr>
            <a:xfrm>
              <a:off x="4986845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lang="en-US" altLang="zh-TW" sz="1400" dirty="0">
                  <a:solidFill>
                    <a:prstClr val="black"/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haroni" panose="020F0502020204030204" pitchFamily="2" charset="-79"/>
                  <a:sym typeface="Wingdings" panose="05000000000000000000" pitchFamily="2" charset="2"/>
                </a:rPr>
                <a:t>·</a:t>
              </a:r>
              <a:endParaRPr lang="zh-TW" altLang="en-US" sz="1400" dirty="0"/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33EEE794-1D55-0142-2347-DA849F37E466}"/>
                </a:ext>
              </a:extLst>
            </p:cNvPr>
            <p:cNvSpPr txBox="1"/>
            <p:nvPr/>
          </p:nvSpPr>
          <p:spPr>
            <a:xfrm>
              <a:off x="5514236" y="3275349"/>
              <a:ext cx="182880" cy="182880"/>
            </a:xfrm>
            <a:prstGeom prst="rect">
              <a:avLst/>
            </a:prstGeom>
            <a:noFill/>
          </p:spPr>
          <p:txBody>
            <a:bodyPr wrap="none" lIns="0" tIns="0" rIns="0" bIns="0" anchor="ctr" anchorCtr="1">
              <a:noAutofit/>
            </a:bodyPr>
            <a:lstStyle/>
            <a:p>
              <a:pPr algn="ctr"/>
              <a:r>
                <a:rPr kumimoji="0" lang="zh-TW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➔</a:t>
              </a:r>
              <a:endParaRPr lang="zh-TW" altLang="en-US" dirty="0"/>
            </a:p>
          </p:txBody>
        </p:sp>
        <p:sp>
          <p:nvSpPr>
            <p:cNvPr id="86" name="文字方塊 85">
              <a:extLst>
                <a:ext uri="{FF2B5EF4-FFF2-40B4-BE49-F238E27FC236}">
                  <a16:creationId xmlns:a16="http://schemas.microsoft.com/office/drawing/2014/main" id="{5B5DC91F-8035-D277-E5EB-16D37B4A6F00}"/>
                </a:ext>
              </a:extLst>
            </p:cNvPr>
            <p:cNvSpPr txBox="1"/>
            <p:nvPr/>
          </p:nvSpPr>
          <p:spPr>
            <a:xfrm>
              <a:off x="5131871" y="3079956"/>
              <a:ext cx="274320" cy="118033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d*d</a:t>
              </a:r>
              <a:endParaRPr lang="zh-TW" altLang="en-US" sz="1200" b="1" dirty="0"/>
            </a:p>
          </p:txBody>
        </p:sp>
        <p:sp>
          <p:nvSpPr>
            <p:cNvPr id="88" name="文字方塊 87">
              <a:extLst>
                <a:ext uri="{FF2B5EF4-FFF2-40B4-BE49-F238E27FC236}">
                  <a16:creationId xmlns:a16="http://schemas.microsoft.com/office/drawing/2014/main" id="{C6440293-C01A-CD1D-8B26-EB5E7FF89915}"/>
                </a:ext>
              </a:extLst>
            </p:cNvPr>
            <p:cNvSpPr txBox="1"/>
            <p:nvPr/>
          </p:nvSpPr>
          <p:spPr>
            <a:xfrm>
              <a:off x="5473170" y="3151964"/>
              <a:ext cx="293061" cy="129042"/>
            </a:xfrm>
            <a:prstGeom prst="rect">
              <a:avLst/>
            </a:prstGeom>
            <a:noFill/>
          </p:spPr>
          <p:txBody>
            <a:bodyPr wrap="none" lIns="0" tIns="0" rIns="0" bIns="0" rtlCol="0" anchor="ctr" anchorCtr="1">
              <a:noAutofit/>
            </a:bodyPr>
            <a:lstStyle/>
            <a:p>
              <a:pPr algn="ctr"/>
              <a:r>
                <a:rPr lang="en-US" altLang="zh-TW" sz="1200" b="1" dirty="0"/>
                <a:t>N*d</a:t>
              </a:r>
              <a:endParaRPr lang="zh-TW" altLang="en-US" sz="1200" b="1" dirty="0"/>
            </a:p>
          </p:txBody>
        </p:sp>
      </p:grpSp>
      <p:sp>
        <p:nvSpPr>
          <p:cNvPr id="90" name="左中括弧 89">
            <a:extLst>
              <a:ext uri="{FF2B5EF4-FFF2-40B4-BE49-F238E27FC236}">
                <a16:creationId xmlns:a16="http://schemas.microsoft.com/office/drawing/2014/main" id="{5F5C135D-A705-2E2A-4B4F-4C7DB4C0E927}"/>
              </a:ext>
            </a:extLst>
          </p:cNvPr>
          <p:cNvSpPr/>
          <p:nvPr/>
        </p:nvSpPr>
        <p:spPr>
          <a:xfrm rot="16200000" flipH="1">
            <a:off x="5219676" y="-550677"/>
            <a:ext cx="98278" cy="4994029"/>
          </a:xfrm>
          <a:prstGeom prst="leftBracke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2" name="接點: 肘形 91">
            <a:extLst>
              <a:ext uri="{FF2B5EF4-FFF2-40B4-BE49-F238E27FC236}">
                <a16:creationId xmlns:a16="http://schemas.microsoft.com/office/drawing/2014/main" id="{5487B822-8698-F7FD-3F12-C96B513E5B22}"/>
              </a:ext>
            </a:extLst>
          </p:cNvPr>
          <p:cNvCxnSpPr>
            <a:cxnSpLocks/>
            <a:stCxn id="34" idx="3"/>
            <a:endCxn id="36" idx="0"/>
          </p:cNvCxnSpPr>
          <p:nvPr/>
        </p:nvCxnSpPr>
        <p:spPr>
          <a:xfrm>
            <a:off x="1284475" y="3344416"/>
            <a:ext cx="430789" cy="188206"/>
          </a:xfrm>
          <a:prstGeom prst="bentConnector2">
            <a:avLst/>
          </a:prstGeom>
          <a:ln w="15875">
            <a:solidFill>
              <a:schemeClr val="accent2">
                <a:lumMod val="60000"/>
                <a:lumOff val="4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接點: 肘形 95">
            <a:extLst>
              <a:ext uri="{FF2B5EF4-FFF2-40B4-BE49-F238E27FC236}">
                <a16:creationId xmlns:a16="http://schemas.microsoft.com/office/drawing/2014/main" id="{5B806913-7DE1-6C59-985B-B6A05DE4267C}"/>
              </a:ext>
            </a:extLst>
          </p:cNvPr>
          <p:cNvCxnSpPr>
            <a:cxnSpLocks/>
            <a:stCxn id="63" idx="3"/>
            <a:endCxn id="41" idx="0"/>
          </p:cNvCxnSpPr>
          <p:nvPr/>
        </p:nvCxnSpPr>
        <p:spPr>
          <a:xfrm>
            <a:off x="5529245" y="3294781"/>
            <a:ext cx="193740" cy="195612"/>
          </a:xfrm>
          <a:prstGeom prst="bentConnector2">
            <a:avLst/>
          </a:prstGeom>
          <a:ln w="15875">
            <a:solidFill>
              <a:schemeClr val="accent3">
                <a:lumMod val="75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B0C79619-D968-AE9D-9EF0-27A69B99A3B8}"/>
              </a:ext>
            </a:extLst>
          </p:cNvPr>
          <p:cNvSpPr/>
          <p:nvPr/>
        </p:nvSpPr>
        <p:spPr>
          <a:xfrm>
            <a:off x="4572000" y="1117675"/>
            <a:ext cx="457200" cy="4572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4"/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Attn</a:t>
            </a:r>
            <a:endParaRPr lang="zh-TW" altLang="en-US" sz="1200" baseline="30000" dirty="0">
              <a:solidFill>
                <a:schemeClr val="accent4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ED8138D6-F08E-4EEC-726E-2CBE7DD8AA4E}"/>
              </a:ext>
            </a:extLst>
          </p:cNvPr>
          <p:cNvSpPr txBox="1"/>
          <p:nvPr/>
        </p:nvSpPr>
        <p:spPr>
          <a:xfrm>
            <a:off x="5181208" y="1242769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108" name="文字方塊 107">
            <a:extLst>
              <a:ext uri="{FF2B5EF4-FFF2-40B4-BE49-F238E27FC236}">
                <a16:creationId xmlns:a16="http://schemas.microsoft.com/office/drawing/2014/main" id="{331941BD-1F0A-7985-B5AD-509EE5A71819}"/>
              </a:ext>
            </a:extLst>
          </p:cNvPr>
          <p:cNvSpPr txBox="1"/>
          <p:nvPr/>
        </p:nvSpPr>
        <p:spPr>
          <a:xfrm>
            <a:off x="6499408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597F843D-2535-3972-0FCE-B49E5D1BC5AE}"/>
              </a:ext>
            </a:extLst>
          </p:cNvPr>
          <p:cNvSpPr txBox="1"/>
          <p:nvPr/>
        </p:nvSpPr>
        <p:spPr>
          <a:xfrm>
            <a:off x="7519299" y="3386221"/>
            <a:ext cx="293061" cy="129042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2" name="文字方塊 111">
            <a:extLst>
              <a:ext uri="{FF2B5EF4-FFF2-40B4-BE49-F238E27FC236}">
                <a16:creationId xmlns:a16="http://schemas.microsoft.com/office/drawing/2014/main" id="{09C897FE-19BF-2501-23EF-DC208C9BA9B7}"/>
              </a:ext>
            </a:extLst>
          </p:cNvPr>
          <p:cNvSpPr txBox="1"/>
          <p:nvPr/>
        </p:nvSpPr>
        <p:spPr>
          <a:xfrm>
            <a:off x="8244408" y="2889783"/>
            <a:ext cx="293061" cy="144971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b="1" dirty="0"/>
              <a:t>N*d</a:t>
            </a:r>
            <a:endParaRPr lang="zh-TW" altLang="en-US" sz="1200" b="1" dirty="0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B8E866B7-6A7F-1A8A-4859-1E7634CD5A35}"/>
              </a:ext>
            </a:extLst>
          </p:cNvPr>
          <p:cNvSpPr/>
          <p:nvPr/>
        </p:nvSpPr>
        <p:spPr>
          <a:xfrm>
            <a:off x="8244408" y="3068960"/>
            <a:ext cx="2743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400" b="1" dirty="0">
                <a:solidFill>
                  <a:schemeClr val="tx1"/>
                </a:solidFill>
                <a:ea typeface="微軟正黑體" panose="020B0604030504040204" pitchFamily="34" charset="-120"/>
              </a:rPr>
              <a:t>X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FFDADA24-F9F5-1B4A-8D88-A8ECB7DF7435}"/>
              </a:ext>
            </a:extLst>
          </p:cNvPr>
          <p:cNvSpPr/>
          <p:nvPr/>
        </p:nvSpPr>
        <p:spPr>
          <a:xfrm>
            <a:off x="5678732" y="764704"/>
            <a:ext cx="378823" cy="45720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accent5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MoE</a:t>
            </a:r>
            <a:endParaRPr lang="zh-TW" altLang="en-US" sz="1200" dirty="0">
              <a:solidFill>
                <a:schemeClr val="accent5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9035F860-043F-CB1C-452D-12BB448F6CB0}"/>
              </a:ext>
            </a:extLst>
          </p:cNvPr>
          <p:cNvSpPr txBox="1"/>
          <p:nvPr/>
        </p:nvSpPr>
        <p:spPr>
          <a:xfrm>
            <a:off x="8462862" y="3212388"/>
            <a:ext cx="182880" cy="18288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endParaRPr lang="zh-TW" altLang="en-US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AE4EF9D-5E03-3A97-5347-A63D5BDFCD91}"/>
              </a:ext>
            </a:extLst>
          </p:cNvPr>
          <p:cNvSpPr txBox="1"/>
          <p:nvPr/>
        </p:nvSpPr>
        <p:spPr>
          <a:xfrm rot="5400000">
            <a:off x="171159" y="4278428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774145-47A3-1B87-EBD6-A809DD66E8B2}"/>
              </a:ext>
            </a:extLst>
          </p:cNvPr>
          <p:cNvSpPr txBox="1"/>
          <p:nvPr/>
        </p:nvSpPr>
        <p:spPr>
          <a:xfrm rot="5400000">
            <a:off x="7479834" y="4278428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6EC4E76-390F-BD7E-09C8-849BF75148E3}"/>
              </a:ext>
            </a:extLst>
          </p:cNvPr>
          <p:cNvSpPr txBox="1"/>
          <p:nvPr/>
        </p:nvSpPr>
        <p:spPr>
          <a:xfrm>
            <a:off x="1684299" y="2276872"/>
            <a:ext cx="1803468" cy="490618"/>
          </a:xfrm>
          <a:prstGeom prst="rect">
            <a:avLst/>
          </a:prstGeom>
          <a:noFill/>
        </p:spPr>
        <p:txBody>
          <a:bodyPr vert="vert270" wrap="none" lIns="0" tIns="0" rIns="0" bIns="0" rtlCol="0" anchor="ctr" anchorCtr="1">
            <a:noAutofit/>
          </a:bodyPr>
          <a:lstStyle/>
          <a:p>
            <a:pPr algn="ctr">
              <a:defRPr/>
            </a:pP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…</a:t>
            </a:r>
            <a:endParaRPr lang="zh-TW" altLang="en-US" sz="1200" dirty="0">
              <a:solidFill>
                <a:schemeClr val="bg1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6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lvl="0" algn="ctr">
              <a:defRPr/>
            </a:pP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fox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jumps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over</a:t>
            </a:r>
            <a:b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the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lazy</a:t>
            </a:r>
          </a:p>
          <a:p>
            <a:pPr algn="ctr"/>
            <a:r>
              <a:rPr lang="en-US" altLang="zh-TW" sz="1200" dirty="0">
                <a:solidFill>
                  <a:schemeClr val="bg1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dog</a:t>
            </a:r>
          </a:p>
          <a:p>
            <a:pPr algn="ctr"/>
            <a:r>
              <a:rPr lang="en-US" altLang="zh-TW" sz="1200" dirty="0">
                <a:solidFill>
                  <a:srgbClr val="FF000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?</a:t>
            </a:r>
            <a:endParaRPr lang="en-US" altLang="zh-TW" sz="1200" dirty="0">
              <a:solidFill>
                <a:srgbClr val="FF0000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944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2407</TotalTime>
  <Words>541</Words>
  <Application>Microsoft Office PowerPoint</Application>
  <PresentationFormat>如螢幕大小 (4:3)</PresentationFormat>
  <Paragraphs>358</Paragraphs>
  <Slides>3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11" baseType="lpstr">
      <vt:lpstr>Noto Sans HK</vt:lpstr>
      <vt:lpstr>微軟正黑體</vt:lpstr>
      <vt:lpstr>ADLaM Display</vt:lpstr>
      <vt:lpstr>Arial</vt:lpstr>
      <vt:lpstr>Calibri</vt:lpstr>
      <vt:lpstr>Cambria Math</vt:lpstr>
      <vt:lpstr>Wingdings</vt:lpstr>
      <vt:lpstr>Default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1952</cp:revision>
  <cp:lastPrinted>2024-07-30T01:44:15Z</cp:lastPrinted>
  <dcterms:created xsi:type="dcterms:W3CDTF">2019-11-08T03:01:47Z</dcterms:created>
  <dcterms:modified xsi:type="dcterms:W3CDTF">2026-09-23T09:23:43Z</dcterms:modified>
</cp:coreProperties>
</file>