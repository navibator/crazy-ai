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6"/>
  </p:notesMasterIdLst>
  <p:handoutMasterIdLst>
    <p:handoutMasterId r:id="rId47"/>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552"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50" r:id="rId32"/>
    <p:sldId id="3551" r:id="rId33"/>
    <p:sldId id="3515" r:id="rId34"/>
    <p:sldId id="3528" r:id="rId35"/>
    <p:sldId id="3514" r:id="rId36"/>
    <p:sldId id="3529" r:id="rId37"/>
    <p:sldId id="3533" r:id="rId38"/>
    <p:sldId id="3549" r:id="rId39"/>
    <p:sldId id="3519" r:id="rId40"/>
    <p:sldId id="3530" r:id="rId41"/>
    <p:sldId id="269" r:id="rId42"/>
    <p:sldId id="270" r:id="rId43"/>
    <p:sldId id="257" r:id="rId44"/>
    <p:sldId id="265" r:id="rId45"/>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28"/>
            <p14:sldId id="3514"/>
            <p14:sldId id="3529"/>
            <p14:sldId id="3533"/>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varScale="1">
        <p:scale>
          <a:sx n="123" d="100"/>
          <a:sy n="123" d="100"/>
        </p:scale>
        <p:origin x="924"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43</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44</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2026/8/21</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svg"/><Relationship Id="rId4" Type="http://schemas.openxmlformats.org/officeDocument/2006/relationships/image" Target="../media/image44.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3.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8.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29.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0.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2.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88.png"/><Relationship Id="rId2" Type="http://schemas.openxmlformats.org/officeDocument/2006/relationships/notesSlide" Target="../notesSlides/notesSlide3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7.png"/><Relationship Id="rId5" Type="http://schemas.openxmlformats.org/officeDocument/2006/relationships/image" Target="../media/image3.png"/><Relationship Id="rId10" Type="http://schemas.openxmlformats.org/officeDocument/2006/relationships/image" Target="../media/image86.png"/><Relationship Id="rId4" Type="http://schemas.openxmlformats.org/officeDocument/2006/relationships/image" Target="../media/image2.png"/><Relationship Id="rId9" Type="http://schemas.openxmlformats.org/officeDocument/2006/relationships/image" Target="../media/image85.png"/></Relationships>
</file>

<file path=ppt/slides/_rels/slide39.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65.png"/><Relationship Id="rId2" Type="http://schemas.openxmlformats.org/officeDocument/2006/relationships/image" Target="../media/image89.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2.png"/></Relationships>
</file>

<file path=ppt/slides/_rels/slide40.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4.xml"/><Relationship Id="rId5" Type="http://schemas.openxmlformats.org/officeDocument/2006/relationships/image" Target="../media/image96.png"/><Relationship Id="rId4" Type="http://schemas.openxmlformats.org/officeDocument/2006/relationships/image" Target="../media/image95.png"/></Relationships>
</file>

<file path=ppt/slides/_rels/slide4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4.xml"/><Relationship Id="rId5" Type="http://schemas.openxmlformats.org/officeDocument/2006/relationships/image" Target="../media/image100.png"/><Relationship Id="rId4" Type="http://schemas.openxmlformats.org/officeDocument/2006/relationships/image" Target="../media/image99.png"/></Relationships>
</file>

<file path=ppt/slides/_rels/slide43.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1.png"/><Relationship Id="rId7" Type="http://schemas.openxmlformats.org/officeDocument/2006/relationships/image" Target="../media/image104.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2300.png"/><Relationship Id="rId4" Type="http://schemas.openxmlformats.org/officeDocument/2006/relationships/image" Target="../media/image102.png"/></Relationships>
</file>

<file path=ppt/slides/_rels/slide44.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6.png"/><Relationship Id="rId7" Type="http://schemas.openxmlformats.org/officeDocument/2006/relationships/image" Target="../media/image110.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107.png"/><Relationship Id="rId9"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err="1">
                <a:solidFill>
                  <a:schemeClr val="tx2"/>
                </a:solidFill>
              </a:rPr>
              <a:t>CoPoS</a:t>
            </a:r>
            <a:endParaRPr lang="en-US" altLang="zh-TW" sz="1000" b="1" dirty="0">
              <a:solidFill>
                <a:schemeClr val="tx2"/>
              </a:solidFill>
            </a:endParaRP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5076056" y="15369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627</TotalTime>
  <Words>17235</Words>
  <Application>Microsoft Office PowerPoint</Application>
  <PresentationFormat>如螢幕大小 (4:3)</PresentationFormat>
  <Paragraphs>2594</Paragraphs>
  <Slides>44</Slides>
  <Notes>36</Notes>
  <HiddenSlides>5</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44</vt:i4>
      </vt:variant>
    </vt:vector>
  </HeadingPairs>
  <TitlesOfParts>
    <vt:vector size="62"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1865</cp:revision>
  <cp:lastPrinted>2024-07-30T01:44:15Z</cp:lastPrinted>
  <dcterms:created xsi:type="dcterms:W3CDTF">2019-11-08T03:01:47Z</dcterms:created>
  <dcterms:modified xsi:type="dcterms:W3CDTF">2026-08-21T03:41:42Z</dcterms:modified>
</cp:coreProperties>
</file>