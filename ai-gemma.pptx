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8"/>
  </p:notesMasterIdLst>
  <p:handoutMasterIdLst>
    <p:handoutMasterId r:id="rId49"/>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552"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50" r:id="rId32"/>
    <p:sldId id="3551" r:id="rId33"/>
    <p:sldId id="3515" r:id="rId34"/>
    <p:sldId id="3528" r:id="rId35"/>
    <p:sldId id="3514" r:id="rId36"/>
    <p:sldId id="3529" r:id="rId37"/>
    <p:sldId id="3555" r:id="rId38"/>
    <p:sldId id="3553" r:id="rId39"/>
    <p:sldId id="3554" r:id="rId40"/>
    <p:sldId id="3549" r:id="rId41"/>
    <p:sldId id="3519" r:id="rId42"/>
    <p:sldId id="3530" r:id="rId43"/>
    <p:sldId id="269" r:id="rId44"/>
    <p:sldId id="270" r:id="rId45"/>
    <p:sldId id="257" r:id="rId46"/>
    <p:sldId id="265" r:id="rId47"/>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 id="3552"/>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10" autoAdjust="0"/>
    <p:restoredTop sz="71958" autoAdjust="0"/>
  </p:normalViewPr>
  <p:slideViewPr>
    <p:cSldViewPr>
      <p:cViewPr>
        <p:scale>
          <a:sx n="100" d="100"/>
          <a:sy n="100" d="100"/>
        </p:scale>
        <p:origin x="900" y="7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45</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46</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2026/8/24</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svg"/><Relationship Id="rId4" Type="http://schemas.openxmlformats.org/officeDocument/2006/relationships/image" Target="../media/image44.pn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3.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8.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29.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30.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2.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3.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85.png"/><Relationship Id="rId4" Type="http://schemas.openxmlformats.org/officeDocument/2006/relationships/hyperlink" Target="https://deepswe.datacurve.ai/"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7.png"/><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5.xml"/><Relationship Id="rId1" Type="http://schemas.openxmlformats.org/officeDocument/2006/relationships/slideLayout" Target="../slideLayouts/slideLayout3.xml"/><Relationship Id="rId6" Type="http://schemas.openxmlformats.org/officeDocument/2006/relationships/image" Target="../media/image91.png"/><Relationship Id="rId5" Type="http://schemas.openxmlformats.org/officeDocument/2006/relationships/image" Target="../media/image89.png"/><Relationship Id="rId4" Type="http://schemas.openxmlformats.org/officeDocument/2006/relationships/hyperlink" Target="https://arena.ai/leaderboard/text/pareto"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41.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5.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99.png"/></Relationships>
</file>

<file path=ppt/slides/_rels/slide42.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4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5.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37.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46.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5076056" y="15369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740</TotalTime>
  <Words>17340</Words>
  <Application>Microsoft Office PowerPoint</Application>
  <PresentationFormat>如螢幕大小 (4:3)</PresentationFormat>
  <Paragraphs>2551</Paragraphs>
  <Slides>46</Slides>
  <Notes>38</Notes>
  <HiddenSlides>5</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46</vt:i4>
      </vt:variant>
    </vt:vector>
  </HeadingPairs>
  <TitlesOfParts>
    <vt:vector size="64"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1868</cp:revision>
  <cp:lastPrinted>2024-07-30T01:44:15Z</cp:lastPrinted>
  <dcterms:created xsi:type="dcterms:W3CDTF">2019-11-08T03:01:47Z</dcterms:created>
  <dcterms:modified xsi:type="dcterms:W3CDTF">2026-08-24T08:57:51Z</dcterms:modified>
</cp:coreProperties>
</file>