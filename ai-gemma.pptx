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43"/>
  </p:notesMasterIdLst>
  <p:handoutMasterIdLst>
    <p:handoutMasterId r:id="rId44"/>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565" r:id="rId13"/>
    <p:sldId id="3561" r:id="rId14"/>
    <p:sldId id="3465" r:id="rId15"/>
    <p:sldId id="3558" r:id="rId16"/>
    <p:sldId id="3559" r:id="rId17"/>
    <p:sldId id="3505" r:id="rId18"/>
    <p:sldId id="3507" r:id="rId19"/>
    <p:sldId id="3460" r:id="rId20"/>
    <p:sldId id="3527" r:id="rId21"/>
    <p:sldId id="3550" r:id="rId22"/>
    <p:sldId id="3515" r:id="rId23"/>
    <p:sldId id="3528" r:id="rId24"/>
    <p:sldId id="3514" r:id="rId25"/>
    <p:sldId id="3529" r:id="rId26"/>
    <p:sldId id="3531" r:id="rId27"/>
    <p:sldId id="3499" r:id="rId28"/>
    <p:sldId id="3444" r:id="rId29"/>
    <p:sldId id="3532" r:id="rId30"/>
    <p:sldId id="3520" r:id="rId31"/>
    <p:sldId id="3475" r:id="rId32"/>
    <p:sldId id="3555" r:id="rId33"/>
    <p:sldId id="3553" r:id="rId34"/>
    <p:sldId id="3554" r:id="rId35"/>
    <p:sldId id="3549"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565"/>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Google-Gemma" id="{4AE07F0F-1A3A-4225-AACF-3E87DCBDDC1F}">
          <p14:sldIdLst>
            <p14:sldId id="3527"/>
            <p14:sldId id="3550"/>
            <p14:sldId id="3515"/>
            <p14:sldId id="3528"/>
            <p14:sldId id="3514"/>
            <p14:sldId id="3529"/>
          </p14:sldIdLst>
        </p14:section>
        <p14:section name="Edge AI" id="{53FF88DE-B3A4-42C9-8839-DDE9CA6AA9E3}">
          <p14:sldIdLst>
            <p14:sldId id="3531"/>
            <p14:sldId id="3499"/>
            <p14:sldId id="3444"/>
            <p14:sldId id="3532"/>
            <p14:sldId id="3520"/>
            <p14:sldId id="3475"/>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65121" autoAdjust="0"/>
  </p:normalViewPr>
  <p:slideViewPr>
    <p:cSldViewPr>
      <p:cViewPr>
        <p:scale>
          <a:sx n="100" d="100"/>
          <a:sy n="100" d="100"/>
        </p:scale>
        <p:origin x="672" y="-26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0</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B7B9E-0626-F8E1-71BE-62C2A15E0C0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8A05F41-A772-76EF-F24F-770C6885E02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56EC2C5-03FE-B380-9F74-8FC41AD9025A}"/>
              </a:ext>
            </a:extLst>
          </p:cNvPr>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A637212B-DFEB-CA57-5845-3699D006B14C}"/>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314928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標題及內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ftr="0" dt="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0.png"/><Relationship Id="rId5" Type="http://schemas.openxmlformats.org/officeDocument/2006/relationships/image" Target="../media/image26.png"/><Relationship Id="rId10" Type="http://schemas.openxmlformats.org/officeDocument/2006/relationships/image" Target="../media/image40.png"/><Relationship Id="rId4" Type="http://schemas.openxmlformats.org/officeDocument/2006/relationships/image" Target="../media/image25.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2.svg"/></Relationships>
</file>

<file path=ppt/slides/_rels/slide15.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3" Type="http://schemas.openxmlformats.org/officeDocument/2006/relationships/image" Target="../media/image46.svg"/><Relationship Id="rId7"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9.png"/><Relationship Id="rId5" Type="http://schemas.openxmlformats.org/officeDocument/2006/relationships/image" Target="../media/image48.sv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3" Type="http://schemas.openxmlformats.org/officeDocument/2006/relationships/image" Target="../media/image51.svg"/><Relationship Id="rId7" Type="http://schemas.openxmlformats.org/officeDocument/2006/relationships/image" Target="../media/image55.sv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svg"/><Relationship Id="rId5" Type="http://schemas.openxmlformats.org/officeDocument/2006/relationships/image" Target="../media/image53.svg"/><Relationship Id="rId4" Type="http://schemas.openxmlformats.org/officeDocument/2006/relationships/image" Target="../media/image52.svg"/></Relationships>
</file>

<file path=ppt/slides/_rels/slide2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0.png"/><Relationship Id="rId1" Type="http://schemas.openxmlformats.org/officeDocument/2006/relationships/slideLayout" Target="../slideLayouts/slideLayout3.xml"/><Relationship Id="rId4" Type="http://schemas.openxmlformats.org/officeDocument/2006/relationships/image" Target="../media/image71.jpeg"/></Relationships>
</file>

<file path=ppt/slides/_rels/slide31.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3.svg"/></Relationships>
</file>

<file path=ppt/slides/_rels/slide3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hyperlink" Target="https://deepswe.datacurve.ai/"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77.png"/><Relationship Id="rId4" Type="http://schemas.openxmlformats.org/officeDocument/2006/relationships/image" Target="../media/image76.png"/></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hyperlink" Target="https://arena.ai/leaderboard/text/pareto"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3.png"/><Relationship Id="rId5" Type="http://schemas.openxmlformats.org/officeDocument/2006/relationships/image" Target="../media/image3.png"/><Relationship Id="rId10" Type="http://schemas.openxmlformats.org/officeDocument/2006/relationships/image" Target="../media/image82.png"/><Relationship Id="rId4" Type="http://schemas.openxmlformats.org/officeDocument/2006/relationships/image" Target="../media/image2.png"/><Relationship Id="rId9" Type="http://schemas.openxmlformats.org/officeDocument/2006/relationships/image" Target="../media/image81.png"/></Relationships>
</file>

<file path=ppt/slides/_rels/slide36.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70.png"/><Relationship Id="rId2" Type="http://schemas.openxmlformats.org/officeDocument/2006/relationships/image" Target="../media/image85.png"/><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60.png"/><Relationship Id="rId4" Type="http://schemas.openxmlformats.org/officeDocument/2006/relationships/image" Target="../media/image87.png"/><Relationship Id="rId9" Type="http://schemas.openxmlformats.org/officeDocument/2006/relationships/image" Target="../media/image89.png"/></Relationships>
</file>

<file path=ppt/slides/_rels/slide37.xml.rels><?xml version="1.0" encoding="UTF-8" standalone="yes"?>
<Relationships xmlns="http://schemas.openxmlformats.org/package/2006/relationships"><Relationship Id="rId2" Type="http://schemas.openxmlformats.org/officeDocument/2006/relationships/image" Target="../media/image7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3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0.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1.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19781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b="1" dirty="0"/>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i="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12589" y="4226173"/>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21954" y="4218716"/>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81353" y="2348880"/>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stCxn id="43" idx="3"/>
            <a:endCxn id="57" idx="2"/>
          </p:cNvCxnSpPr>
          <p:nvPr/>
        </p:nvCxnSpPr>
        <p:spPr>
          <a:xfrm>
            <a:off x="2219893" y="2038876"/>
            <a:ext cx="366140" cy="310004"/>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B7E27-D02D-F236-6E22-89FD19DCEA14}"/>
            </a:ext>
          </a:extLst>
        </p:cNvPr>
        <p:cNvGrpSpPr/>
        <p:nvPr/>
      </p:nvGrpSpPr>
      <p:grpSpPr>
        <a:xfrm>
          <a:off x="0" y="0"/>
          <a:ext cx="0" cy="0"/>
          <a:chOff x="0" y="0"/>
          <a:chExt cx="0" cy="0"/>
        </a:xfrm>
      </p:grpSpPr>
      <p:cxnSp>
        <p:nvCxnSpPr>
          <p:cNvPr id="2" name="直線接點 1">
            <a:extLst>
              <a:ext uri="{FF2B5EF4-FFF2-40B4-BE49-F238E27FC236}">
                <a16:creationId xmlns:a16="http://schemas.microsoft.com/office/drawing/2014/main" id="{B52B5DCF-F672-66DF-9F88-F8B73D8EE650}"/>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 name="左大括弧 7">
            <a:extLst>
              <a:ext uri="{FF2B5EF4-FFF2-40B4-BE49-F238E27FC236}">
                <a16:creationId xmlns:a16="http://schemas.microsoft.com/office/drawing/2014/main" id="{47F6359C-8806-95CB-B758-DB4F509A6ADF}"/>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 name="標題 1">
            <a:extLst>
              <a:ext uri="{FF2B5EF4-FFF2-40B4-BE49-F238E27FC236}">
                <a16:creationId xmlns:a16="http://schemas.microsoft.com/office/drawing/2014/main" id="{3E30656C-6948-E5DF-44D5-9C393CFA96E2}"/>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矩形 11">
            <a:extLst>
              <a:ext uri="{FF2B5EF4-FFF2-40B4-BE49-F238E27FC236}">
                <a16:creationId xmlns:a16="http://schemas.microsoft.com/office/drawing/2014/main" id="{0764BA2C-0641-CD2F-AD65-11209C7F6879}"/>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27" name="矩形 26">
            <a:extLst>
              <a:ext uri="{FF2B5EF4-FFF2-40B4-BE49-F238E27FC236}">
                <a16:creationId xmlns:a16="http://schemas.microsoft.com/office/drawing/2014/main" id="{15A8B200-B20E-7EE7-50C2-1760C3ED1C4E}"/>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37" name="矩形 36">
            <a:extLst>
              <a:ext uri="{FF2B5EF4-FFF2-40B4-BE49-F238E27FC236}">
                <a16:creationId xmlns:a16="http://schemas.microsoft.com/office/drawing/2014/main" id="{725B75AB-55E6-D372-E4F9-61733D1BC4A2}"/>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42" name="直線接點 41">
            <a:extLst>
              <a:ext uri="{FF2B5EF4-FFF2-40B4-BE49-F238E27FC236}">
                <a16:creationId xmlns:a16="http://schemas.microsoft.com/office/drawing/2014/main" id="{89F113C8-67E2-2CC3-C979-01B98461F81D}"/>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接點 45">
            <a:extLst>
              <a:ext uri="{FF2B5EF4-FFF2-40B4-BE49-F238E27FC236}">
                <a16:creationId xmlns:a16="http://schemas.microsoft.com/office/drawing/2014/main" id="{9EA4B8D7-6A8F-6ABC-36EF-5E59E83CC1B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64" name="直線接點 63">
            <a:extLst>
              <a:ext uri="{FF2B5EF4-FFF2-40B4-BE49-F238E27FC236}">
                <a16:creationId xmlns:a16="http://schemas.microsoft.com/office/drawing/2014/main" id="{A8407C39-FB4C-0B49-76CD-696062CED891}"/>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66" name="矩形 65">
            <a:extLst>
              <a:ext uri="{FF2B5EF4-FFF2-40B4-BE49-F238E27FC236}">
                <a16:creationId xmlns:a16="http://schemas.microsoft.com/office/drawing/2014/main" id="{8FA95C14-71A6-5487-7A26-DF9516FBC959}"/>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69" name="直線接點 68">
            <a:extLst>
              <a:ext uri="{FF2B5EF4-FFF2-40B4-BE49-F238E27FC236}">
                <a16:creationId xmlns:a16="http://schemas.microsoft.com/office/drawing/2014/main" id="{93B6090D-80A7-5B8B-D118-31288C1BAE76}"/>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C1A43A3-F933-C0AD-C403-77B88C78C4FB}"/>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72" name="矩形 71">
            <a:extLst>
              <a:ext uri="{FF2B5EF4-FFF2-40B4-BE49-F238E27FC236}">
                <a16:creationId xmlns:a16="http://schemas.microsoft.com/office/drawing/2014/main" id="{7440F5F5-9866-4CAB-E168-DDDA89F1F7B1}"/>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73" name="矩形 72">
            <a:extLst>
              <a:ext uri="{FF2B5EF4-FFF2-40B4-BE49-F238E27FC236}">
                <a16:creationId xmlns:a16="http://schemas.microsoft.com/office/drawing/2014/main" id="{8EC32A6E-5147-A6BB-8A9A-56B88120F98E}"/>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74" name="矩形 73">
            <a:extLst>
              <a:ext uri="{FF2B5EF4-FFF2-40B4-BE49-F238E27FC236}">
                <a16:creationId xmlns:a16="http://schemas.microsoft.com/office/drawing/2014/main" id="{BBDD051F-FB62-8078-B27F-1834531749F7}"/>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75" name="矩形 74">
            <a:extLst>
              <a:ext uri="{FF2B5EF4-FFF2-40B4-BE49-F238E27FC236}">
                <a16:creationId xmlns:a16="http://schemas.microsoft.com/office/drawing/2014/main" id="{AB3F3175-AF88-6C2C-EEE7-4923148D2946}"/>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76" name="左大括弧 75">
            <a:extLst>
              <a:ext uri="{FF2B5EF4-FFF2-40B4-BE49-F238E27FC236}">
                <a16:creationId xmlns:a16="http://schemas.microsoft.com/office/drawing/2014/main" id="{EF9763DF-D526-75C5-6286-DD84680A235E}"/>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7" name="矩形 76">
            <a:extLst>
              <a:ext uri="{FF2B5EF4-FFF2-40B4-BE49-F238E27FC236}">
                <a16:creationId xmlns:a16="http://schemas.microsoft.com/office/drawing/2014/main" id="{E4688AA3-63D4-E1BF-DF72-F30D42819B6B}"/>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78" name="左大括弧 77">
            <a:extLst>
              <a:ext uri="{FF2B5EF4-FFF2-40B4-BE49-F238E27FC236}">
                <a16:creationId xmlns:a16="http://schemas.microsoft.com/office/drawing/2014/main" id="{FCA2E4E7-08AA-F72C-1C97-6F1D817CFC2F}"/>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79" name="圖片 78">
            <a:extLst>
              <a:ext uri="{FF2B5EF4-FFF2-40B4-BE49-F238E27FC236}">
                <a16:creationId xmlns:a16="http://schemas.microsoft.com/office/drawing/2014/main" id="{11A77436-84A9-BA8B-07BA-8480C351E21F}"/>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mc:Choice xmlns:a14="http://schemas.microsoft.com/office/drawing/2010/main" Requires="a14">
          <p:sp>
            <p:nvSpPr>
              <p:cNvPr id="80" name="文字方塊 79">
                <a:extLst>
                  <a:ext uri="{FF2B5EF4-FFF2-40B4-BE49-F238E27FC236}">
                    <a16:creationId xmlns:a16="http://schemas.microsoft.com/office/drawing/2014/main" id="{EE005081-B45F-FB94-B9A2-3B54FFD2BCB4}"/>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p:sp>
            <p:nvSpPr>
              <p:cNvPr id="80" name="文字方塊 79">
                <a:extLst>
                  <a:ext uri="{FF2B5EF4-FFF2-40B4-BE49-F238E27FC236}">
                    <a16:creationId xmlns:a16="http://schemas.microsoft.com/office/drawing/2014/main" id="{EE005081-B45F-FB94-B9A2-3B54FFD2BCB4}"/>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1" name="文字方塊 80">
                <a:extLst>
                  <a:ext uri="{FF2B5EF4-FFF2-40B4-BE49-F238E27FC236}">
                    <a16:creationId xmlns:a16="http://schemas.microsoft.com/office/drawing/2014/main" id="{D67B51B3-D89D-B4E7-5BB1-A20BEC4E28C0}"/>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p:sp>
            <p:nvSpPr>
              <p:cNvPr id="81" name="文字方塊 80">
                <a:extLst>
                  <a:ext uri="{FF2B5EF4-FFF2-40B4-BE49-F238E27FC236}">
                    <a16:creationId xmlns:a16="http://schemas.microsoft.com/office/drawing/2014/main" id="{D67B51B3-D89D-B4E7-5BB1-A20BEC4E28C0}"/>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2" name="文字方塊 81">
                <a:extLst>
                  <a:ext uri="{FF2B5EF4-FFF2-40B4-BE49-F238E27FC236}">
                    <a16:creationId xmlns:a16="http://schemas.microsoft.com/office/drawing/2014/main" id="{83DCE0DD-5EC1-7304-688A-47EEBEFA21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p:sp>
            <p:nvSpPr>
              <p:cNvPr id="82" name="文字方塊 81">
                <a:extLst>
                  <a:ext uri="{FF2B5EF4-FFF2-40B4-BE49-F238E27FC236}">
                    <a16:creationId xmlns:a16="http://schemas.microsoft.com/office/drawing/2014/main" id="{83DCE0DD-5EC1-7304-688A-47EEBEFA21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6"/>
                <a:stretch>
                  <a:fillRect l="-2242" b="-532"/>
                </a:stretch>
              </a:blipFill>
            </p:spPr>
            <p:txBody>
              <a:bodyPr/>
              <a:lstStyle/>
              <a:p>
                <a:r>
                  <a:rPr lang="zh-TW" altLang="en-US">
                    <a:noFill/>
                  </a:rPr>
                  <a:t> </a:t>
                </a:r>
              </a:p>
            </p:txBody>
          </p:sp>
        </mc:Fallback>
      </mc:AlternateContent>
      <p:sp>
        <p:nvSpPr>
          <p:cNvPr id="83" name="矩形 82">
            <a:extLst>
              <a:ext uri="{FF2B5EF4-FFF2-40B4-BE49-F238E27FC236}">
                <a16:creationId xmlns:a16="http://schemas.microsoft.com/office/drawing/2014/main" id="{FA241AF0-39CC-F7E8-3ACC-79D336B9B70B}"/>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84" name="群組 83">
            <a:extLst>
              <a:ext uri="{FF2B5EF4-FFF2-40B4-BE49-F238E27FC236}">
                <a16:creationId xmlns:a16="http://schemas.microsoft.com/office/drawing/2014/main" id="{A2F44F51-D237-48F7-37B1-9D9F8CFA67BE}"/>
              </a:ext>
            </a:extLst>
          </p:cNvPr>
          <p:cNvGrpSpPr/>
          <p:nvPr/>
        </p:nvGrpSpPr>
        <p:grpSpPr>
          <a:xfrm>
            <a:off x="6264694" y="4149080"/>
            <a:ext cx="2699792" cy="2304257"/>
            <a:chOff x="6444208" y="1124743"/>
            <a:chExt cx="2699792" cy="2304257"/>
          </a:xfrm>
        </p:grpSpPr>
        <p:sp>
          <p:nvSpPr>
            <p:cNvPr id="85" name="矩形 84">
              <a:extLst>
                <a:ext uri="{FF2B5EF4-FFF2-40B4-BE49-F238E27FC236}">
                  <a16:creationId xmlns:a16="http://schemas.microsoft.com/office/drawing/2014/main" id="{99165E7F-0D95-51ED-7DC0-7A0F1AEC9A33}"/>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86" name="文字方塊 85">
                  <a:extLst>
                    <a:ext uri="{FF2B5EF4-FFF2-40B4-BE49-F238E27FC236}">
                      <a16:creationId xmlns:a16="http://schemas.microsoft.com/office/drawing/2014/main" id="{85EEAE7E-D710-A639-5316-32071D95B1C2}"/>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7" name="文字方塊 86">
                  <a:extLst>
                    <a:ext uri="{FF2B5EF4-FFF2-40B4-BE49-F238E27FC236}">
                      <a16:creationId xmlns:a16="http://schemas.microsoft.com/office/drawing/2014/main" id="{20B2B4D3-7157-F29A-F0CB-2BEBAB535C7D}"/>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90ED0754-A22D-B879-3E76-C20ABDABAE8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mc:Choice xmlns:a14="http://schemas.microsoft.com/office/drawing/2010/main" Requires="a14">
          <p:sp>
            <p:nvSpPr>
              <p:cNvPr id="90" name="文字方塊 89">
                <a:extLst>
                  <a:ext uri="{FF2B5EF4-FFF2-40B4-BE49-F238E27FC236}">
                    <a16:creationId xmlns:a16="http://schemas.microsoft.com/office/drawing/2014/main" id="{3CDEA07C-C792-D733-DDE2-21EDDBEA35BA}"/>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p:sp>
            <p:nvSpPr>
              <p:cNvPr id="90" name="文字方塊 89">
                <a:extLst>
                  <a:ext uri="{FF2B5EF4-FFF2-40B4-BE49-F238E27FC236}">
                    <a16:creationId xmlns:a16="http://schemas.microsoft.com/office/drawing/2014/main" id="{3CDEA07C-C792-D733-DDE2-21EDDBEA35BA}"/>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58280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406953" y="4233895"/>
            <a:ext cx="92261" cy="2264998"/>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2209747003"/>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pic>
        <p:nvPicPr>
          <p:cNvPr id="9" name="圖片 8">
            <a:extLst>
              <a:ext uri="{FF2B5EF4-FFF2-40B4-BE49-F238E27FC236}">
                <a16:creationId xmlns:a16="http://schemas.microsoft.com/office/drawing/2014/main" id="{4FCB9C1E-BD83-7515-69C1-1B6325EEED85}"/>
              </a:ext>
            </a:extLst>
          </p:cNvPr>
          <p:cNvPicPr>
            <a:picLocks noChangeAspect="1"/>
          </p:cNvPicPr>
          <p:nvPr/>
        </p:nvPicPr>
        <p:blipFill>
          <a:blip r:embed="rId8"/>
          <a:stretch>
            <a:fillRect/>
          </a:stretch>
        </p:blipFill>
        <p:spPr>
          <a:xfrm>
            <a:off x="316790" y="4336932"/>
            <a:ext cx="468845" cy="612186"/>
          </a:xfrm>
          <a:prstGeom prst="rect">
            <a:avLst/>
          </a:prstGeom>
        </p:spPr>
      </p:pic>
      <p:pic>
        <p:nvPicPr>
          <p:cNvPr id="17" name="圖片 16">
            <a:extLst>
              <a:ext uri="{FF2B5EF4-FFF2-40B4-BE49-F238E27FC236}">
                <a16:creationId xmlns:a16="http://schemas.microsoft.com/office/drawing/2014/main" id="{46C41939-65F1-FE38-C585-CF9508F23DA2}"/>
              </a:ext>
            </a:extLst>
          </p:cNvPr>
          <p:cNvPicPr>
            <a:picLocks noChangeAspect="1"/>
          </p:cNvPicPr>
          <p:nvPr/>
        </p:nvPicPr>
        <p:blipFill>
          <a:blip r:embed="rId9"/>
          <a:stretch>
            <a:fillRect/>
          </a:stretch>
        </p:blipFill>
        <p:spPr>
          <a:xfrm>
            <a:off x="155125" y="5589654"/>
            <a:ext cx="798718" cy="535293"/>
          </a:xfrm>
          <a:prstGeom prst="rect">
            <a:avLst/>
          </a:prstGeom>
        </p:spPr>
      </p:pic>
      <p:sp>
        <p:nvSpPr>
          <p:cNvPr id="25" name="文字方塊 24">
            <a:extLst>
              <a:ext uri="{FF2B5EF4-FFF2-40B4-BE49-F238E27FC236}">
                <a16:creationId xmlns:a16="http://schemas.microsoft.com/office/drawing/2014/main" id="{FB93C9DF-226A-624A-016D-BFEFE3941329}"/>
              </a:ext>
            </a:extLst>
          </p:cNvPr>
          <p:cNvSpPr txBox="1"/>
          <p:nvPr/>
        </p:nvSpPr>
        <p:spPr>
          <a:xfrm>
            <a:off x="0" y="6090806"/>
            <a:ext cx="1152128"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27" name="文字方塊 26">
            <a:extLst>
              <a:ext uri="{FF2B5EF4-FFF2-40B4-BE49-F238E27FC236}">
                <a16:creationId xmlns:a16="http://schemas.microsoft.com/office/drawing/2014/main" id="{A78A6CE1-C8FB-08B8-BB5A-1A02D7F0D4CB}"/>
              </a:ext>
            </a:extLst>
          </p:cNvPr>
          <p:cNvSpPr txBox="1"/>
          <p:nvPr/>
        </p:nvSpPr>
        <p:spPr>
          <a:xfrm>
            <a:off x="21390" y="4911551"/>
            <a:ext cx="1066189" cy="461665"/>
          </a:xfrm>
          <a:prstGeom prst="rect">
            <a:avLst/>
          </a:prstGeom>
          <a:noFill/>
        </p:spPr>
        <p:txBody>
          <a:bodyPr wrap="none"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Axolotl</a:t>
            </a:r>
            <a:r>
              <a:rPr lang="zh-TW" altLang="en-US" sz="1200" b="1" cap="none" spc="0" dirty="0">
                <a:ln w="0"/>
                <a:solidFill>
                  <a:schemeClr val="tx1"/>
                </a:solidFill>
                <a:effectLst/>
                <a:latin typeface="+mn-lt"/>
              </a:rPr>
              <a:t> </a:t>
            </a:r>
            <a:r>
              <a:rPr kumimoji="0" lang="zh-TW" altLang="zh-TW" sz="1000" b="1"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美西螈</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/ˈæk.sə.lɑ.təl/</a:t>
            </a:r>
            <a:endParaRPr lang="en-US" altLang="zh-TW" sz="1200" b="0" i="0" kern="1200" dirty="0">
              <a:solidFill>
                <a:schemeClr val="tx1"/>
              </a:solidFill>
              <a:effectLst/>
              <a:latin typeface="+mn-lt"/>
              <a:ea typeface="+mn-ea"/>
              <a:cs typeface="+mn-cs"/>
            </a:endParaRPr>
          </a:p>
        </p:txBody>
      </p:sp>
      <p:sp>
        <p:nvSpPr>
          <p:cNvPr id="29" name="文字方塊 28">
            <a:extLst>
              <a:ext uri="{FF2B5EF4-FFF2-40B4-BE49-F238E27FC236}">
                <a16:creationId xmlns:a16="http://schemas.microsoft.com/office/drawing/2014/main" id="{D4729018-1274-88CF-2C19-525CAEF18D23}"/>
              </a:ext>
            </a:extLst>
          </p:cNvPr>
          <p:cNvSpPr txBox="1"/>
          <p:nvPr/>
        </p:nvSpPr>
        <p:spPr>
          <a:xfrm>
            <a:off x="81198" y="3759423"/>
            <a:ext cx="1107996"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Unsloth</a:t>
            </a:r>
            <a:r>
              <a:rPr lang="zh-TW" altLang="en-US" sz="1200" b="1" dirty="0">
                <a:ln w="0"/>
              </a:rPr>
              <a:t> </a:t>
            </a:r>
            <a:r>
              <a:rPr kumimoji="0" lang="zh-TW" altLang="en-US"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非</a:t>
            </a:r>
            <a:r>
              <a:rPr kumimoji="0" lang="zh-TW" altLang="zh-TW"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樹懶</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pic>
        <p:nvPicPr>
          <p:cNvPr id="31" name="圖片 30">
            <a:extLst>
              <a:ext uri="{FF2B5EF4-FFF2-40B4-BE49-F238E27FC236}">
                <a16:creationId xmlns:a16="http://schemas.microsoft.com/office/drawing/2014/main" id="{3ED4EA63-09FB-0009-22B8-3197E9792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0040" y="3276713"/>
            <a:ext cx="432048" cy="432047"/>
          </a:xfrm>
          <a:prstGeom prst="rect">
            <a:avLst/>
          </a:prstGeom>
          <a:effectLst>
            <a:glow rad="76200">
              <a:srgbClr val="00B050">
                <a:alpha val="40000"/>
              </a:srgbClr>
            </a:glow>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15257</Words>
  <Application>Microsoft Office PowerPoint</Application>
  <PresentationFormat>如螢幕大小 (4:3)</PresentationFormat>
  <Paragraphs>2728</Paragraphs>
  <Slides>41</Slides>
  <Notes>35</Notes>
  <HiddenSlides>1</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1941</cp:revision>
  <cp:lastPrinted>2024-07-30T01:44:15Z</cp:lastPrinted>
  <dcterms:created xsi:type="dcterms:W3CDTF">2019-11-08T03:01:47Z</dcterms:created>
  <dcterms:modified xsi:type="dcterms:W3CDTF">2026-09-14T13:15:58Z</dcterms:modified>
</cp:coreProperties>
</file>