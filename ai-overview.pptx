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57" r:id="rId2"/>
    <p:sldId id="3508" r:id="rId3"/>
    <p:sldId id="3550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>
        <p:scale>
          <a:sx n="100" d="100"/>
          <a:sy n="100" d="100"/>
        </p:scale>
        <p:origin x="1584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5292080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663864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6348280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1728648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835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7508646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6132256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6132256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6715951" y="427725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7436638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930155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6012790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5797397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2143997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1789836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1789835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215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5797400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7197047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738157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7633590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5628200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1734700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181131" y="920914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3878051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3512291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951674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8026161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907802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3512863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3512863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772216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6715951" y="4653136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694887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4344536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4344536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4344536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4336917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7242946" y="5869137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3864744" y="3889697"/>
            <a:ext cx="893" cy="13395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3499877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3498984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3499877" y="5229200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5796136" y="5875394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4740E3ED-7716-EAD6-4846-308CD05C1798}"/>
              </a:ext>
            </a:extLst>
          </p:cNvPr>
          <p:cNvSpPr/>
          <p:nvPr/>
        </p:nvSpPr>
        <p:spPr>
          <a:xfrm>
            <a:off x="5881404" y="5437089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6E1686BF-BA47-45A6-230A-0A77C2804C64}"/>
              </a:ext>
            </a:extLst>
          </p:cNvPr>
          <p:cNvSpPr/>
          <p:nvPr/>
        </p:nvSpPr>
        <p:spPr>
          <a:xfrm>
            <a:off x="6582536" y="5450070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4720148-A5D6-90D3-A8D9-AD7D552A0552}"/>
              </a:ext>
            </a:extLst>
          </p:cNvPr>
          <p:cNvSpPr/>
          <p:nvPr/>
        </p:nvSpPr>
        <p:spPr>
          <a:xfrm>
            <a:off x="7309266" y="5438772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516216" y="5869137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5233331" y="4658110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5628200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3498984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3506413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6558319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7308304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7617984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7228917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橢圓 24">
            <a:extLst>
              <a:ext uri="{FF2B5EF4-FFF2-40B4-BE49-F238E27FC236}">
                <a16:creationId xmlns:a16="http://schemas.microsoft.com/office/drawing/2014/main" id="{A05E3267-8DA7-EDEA-1EE6-91F3DCA3D62E}"/>
              </a:ext>
            </a:extLst>
          </p:cNvPr>
          <p:cNvSpPr/>
          <p:nvPr/>
        </p:nvSpPr>
        <p:spPr>
          <a:xfrm>
            <a:off x="7956376" y="5429387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GDN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Qwen3.5</a:t>
            </a:r>
          </a:p>
        </p:txBody>
      </p:sp>
      <p:sp>
        <p:nvSpPr>
          <p:cNvPr id="37" name="橢圓 36">
            <a:extLst>
              <a:ext uri="{FF2B5EF4-FFF2-40B4-BE49-F238E27FC236}">
                <a16:creationId xmlns:a16="http://schemas.microsoft.com/office/drawing/2014/main" id="{41245B26-A988-2E9B-EB09-1D273839086C}"/>
              </a:ext>
            </a:extLst>
          </p:cNvPr>
          <p:cNvSpPr/>
          <p:nvPr/>
        </p:nvSpPr>
        <p:spPr>
          <a:xfrm>
            <a:off x="8316416" y="1268760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Rule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1960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794F9DF3-4CFC-D6B9-C8DC-C52FC20C3B27}"/>
              </a:ext>
            </a:extLst>
          </p:cNvPr>
          <p:cNvSpPr/>
          <p:nvPr/>
        </p:nvSpPr>
        <p:spPr>
          <a:xfrm>
            <a:off x="8460432" y="4394919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2021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63980A83-16E9-7791-B663-19C6A32C1EE1}"/>
              </a:ext>
            </a:extLst>
          </p:cNvPr>
          <p:cNvSpPr/>
          <p:nvPr/>
        </p:nvSpPr>
        <p:spPr>
          <a:xfrm>
            <a:off x="8460432" y="504299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(Attn+MoE)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85</TotalTime>
  <Words>1870</Words>
  <Application>Microsoft Office PowerPoint</Application>
  <PresentationFormat>如螢幕大小 (4:3)</PresentationFormat>
  <Paragraphs>165</Paragraphs>
  <Slides>3</Slides>
  <Notes>3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Google Sans</vt:lpstr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1888</cp:revision>
  <cp:lastPrinted>2024-07-30T01:44:15Z</cp:lastPrinted>
  <dcterms:created xsi:type="dcterms:W3CDTF">2019-11-08T03:01:47Z</dcterms:created>
  <dcterms:modified xsi:type="dcterms:W3CDTF">2026-10-05T08:39:20Z</dcterms:modified>
</cp:coreProperties>
</file>