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9"/>
  </p:notesMasterIdLst>
  <p:handoutMasterIdLst>
    <p:handoutMasterId r:id="rId50"/>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552" r:id="rId14"/>
    <p:sldId id="3465" r:id="rId15"/>
    <p:sldId id="3484" r:id="rId16"/>
    <p:sldId id="3508" r:id="rId17"/>
    <p:sldId id="3505"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50" r:id="rId32"/>
    <p:sldId id="3551" r:id="rId33"/>
    <p:sldId id="3515" r:id="rId34"/>
    <p:sldId id="3556" r:id="rId35"/>
    <p:sldId id="3528" r:id="rId36"/>
    <p:sldId id="3514" r:id="rId37"/>
    <p:sldId id="3529" r:id="rId38"/>
    <p:sldId id="3555" r:id="rId39"/>
    <p:sldId id="3553" r:id="rId40"/>
    <p:sldId id="3554" r:id="rId41"/>
    <p:sldId id="3549" r:id="rId42"/>
    <p:sldId id="3519" r:id="rId43"/>
    <p:sldId id="3530" r:id="rId44"/>
    <p:sldId id="269" r:id="rId45"/>
    <p:sldId id="270" r:id="rId46"/>
    <p:sldId id="257" r:id="rId47"/>
    <p:sldId id="265" r:id="rId48"/>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 id="3552"/>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45" autoAdjust="0"/>
  </p:normalViewPr>
  <p:slideViewPr>
    <p:cSldViewPr>
      <p:cViewPr varScale="1">
        <p:scale>
          <a:sx n="129" d="100"/>
          <a:sy n="129" d="100"/>
        </p:scale>
        <p:origin x="774" y="12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55"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46</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2026/9/1</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svg"/><Relationship Id="rId4" Type="http://schemas.openxmlformats.org/officeDocument/2006/relationships/image" Target="../media/image44.png"/></Relationships>
</file>

<file path=ppt/slides/_rels/slide2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pn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3.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svg"/><Relationship Id="rId4" Type="http://schemas.openxmlformats.org/officeDocument/2006/relationships/image" Target="../media/image55.sv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4.svg"/></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65.png"/><Relationship Id="rId1" Type="http://schemas.openxmlformats.org/officeDocument/2006/relationships/slideLayout" Target="../slideLayouts/slideLayout3.xml"/><Relationship Id="rId4" Type="http://schemas.openxmlformats.org/officeDocument/2006/relationships/image" Target="../media/image66.jpeg"/></Relationships>
</file>

<file path=ppt/slides/_rels/slide28.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png"/><Relationship Id="rId7" Type="http://schemas.openxmlformats.org/officeDocument/2006/relationships/image" Target="../media/image72.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69.png"/><Relationship Id="rId4" Type="http://schemas.openxmlformats.org/officeDocument/2006/relationships/image" Target="../media/image68.jpeg"/></Relationships>
</file>

<file path=ppt/slides/_rels/slide29.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30.xml.rels><?xml version="1.0" encoding="UTF-8" standalone="yes"?>
<Relationships xmlns="http://schemas.openxmlformats.org/package/2006/relationships"><Relationship Id="rId3" Type="http://schemas.openxmlformats.org/officeDocument/2006/relationships/image" Target="../media/image75.svg"/><Relationship Id="rId7" Type="http://schemas.openxmlformats.org/officeDocument/2006/relationships/image" Target="../media/image79.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3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2.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3.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85.png"/><Relationship Id="rId4" Type="http://schemas.openxmlformats.org/officeDocument/2006/relationships/hyperlink" Target="https://deepswe.datacurve.ai/"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87.png"/><Relationship Id="rId4" Type="http://schemas.openxmlformats.org/officeDocument/2006/relationships/image" Target="../media/image86.png"/></Relationships>
</file>

<file path=ppt/slides/_rels/slide4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91.png"/><Relationship Id="rId5" Type="http://schemas.openxmlformats.org/officeDocument/2006/relationships/image" Target="../media/image89.png"/><Relationship Id="rId4" Type="http://schemas.openxmlformats.org/officeDocument/2006/relationships/hyperlink" Target="https://arena.ai/leaderboard/text/pareto" TargetMode="External"/></Relationships>
</file>

<file path=ppt/slides/_rels/slide41.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6.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5.png"/><Relationship Id="rId5" Type="http://schemas.openxmlformats.org/officeDocument/2006/relationships/image" Target="../media/image3.png"/><Relationship Id="rId10" Type="http://schemas.openxmlformats.org/officeDocument/2006/relationships/image" Target="../media/image94.png"/><Relationship Id="rId4" Type="http://schemas.openxmlformats.org/officeDocument/2006/relationships/image" Target="../media/image2.png"/><Relationship Id="rId9" Type="http://schemas.openxmlformats.org/officeDocument/2006/relationships/image" Target="../media/image93.png"/></Relationships>
</file>

<file path=ppt/slides/_rels/slide42.xml.rels><?xml version="1.0" encoding="UTF-8" standalone="yes"?>
<Relationships xmlns="http://schemas.openxmlformats.org/package/2006/relationships"><Relationship Id="rId3" Type="http://schemas.openxmlformats.org/officeDocument/2006/relationships/image" Target="../media/image98.png"/><Relationship Id="rId7" Type="http://schemas.openxmlformats.org/officeDocument/2006/relationships/image" Target="../media/image65.png"/><Relationship Id="rId2" Type="http://schemas.openxmlformats.org/officeDocument/2006/relationships/image" Target="../media/image97.png"/><Relationship Id="rId1" Type="http://schemas.openxmlformats.org/officeDocument/2006/relationships/slideLayout" Target="../slideLayouts/slideLayout3.xml"/><Relationship Id="rId6" Type="http://schemas.openxmlformats.org/officeDocument/2006/relationships/image" Target="../media/image66.jpeg"/><Relationship Id="rId5" Type="http://schemas.openxmlformats.org/officeDocument/2006/relationships/image" Target="../media/image54.png"/><Relationship Id="rId4" Type="http://schemas.openxmlformats.org/officeDocument/2006/relationships/image" Target="../media/image99.png"/></Relationships>
</file>

<file path=ppt/slides/_rels/slide43.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 Id="rId5" Type="http://schemas.openxmlformats.org/officeDocument/2006/relationships/image" Target="../media/image103.png"/><Relationship Id="rId4" Type="http://schemas.openxmlformats.org/officeDocument/2006/relationships/image" Target="../media/image102.png"/></Relationships>
</file>

<file path=ppt/slides/_rels/slide45.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6.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8.png"/><Relationship Id="rId7" Type="http://schemas.openxmlformats.org/officeDocument/2006/relationships/image" Target="../media/image111.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2300.png"/><Relationship Id="rId4" Type="http://schemas.openxmlformats.org/officeDocument/2006/relationships/image" Target="../media/image109.png"/></Relationships>
</file>

<file path=ppt/slides/_rels/slide47.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13.png"/><Relationship Id="rId7" Type="http://schemas.openxmlformats.org/officeDocument/2006/relationships/image" Target="../media/image117.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 Id="rId9" Type="http://schemas.openxmlformats.org/officeDocument/2006/relationships/image" Target="../media/image1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9022799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3707904" y="3809228"/>
            <a:ext cx="5436095" cy="2716116"/>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4901007" y="9220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
        <p:nvSpPr>
          <p:cNvPr id="3" name="文字方塊 2">
            <a:extLst>
              <a:ext uri="{FF2B5EF4-FFF2-40B4-BE49-F238E27FC236}">
                <a16:creationId xmlns:a16="http://schemas.microsoft.com/office/drawing/2014/main" id="{C0F54843-5DBB-EA74-B49B-292EF4873A75}"/>
              </a:ext>
            </a:extLst>
          </p:cNvPr>
          <p:cNvSpPr txBox="1"/>
          <p:nvPr/>
        </p:nvSpPr>
        <p:spPr>
          <a:xfrm>
            <a:off x="179512" y="3861048"/>
            <a:ext cx="4572000" cy="646331"/>
          </a:xfrm>
          <a:prstGeom prst="rect">
            <a:avLst/>
          </a:prstGeom>
          <a:noFill/>
        </p:spPr>
        <p:txBody>
          <a:bodyPr wrap="square">
            <a:spAutoFit/>
          </a:bodyPr>
          <a:lstStyle/>
          <a:p>
            <a:r>
              <a:rPr lang="zh-TW" altLang="en-US" dirty="0"/>
              <a:t>https://x.com/googlegemma/status/2051694045869879749</a:t>
            </a: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2867522" y="2643630"/>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2282225692"/>
              </p:ext>
            </p:extLst>
          </p:nvPr>
        </p:nvGraphicFramePr>
        <p:xfrm>
          <a:off x="3120606" y="2931662"/>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3946839" y="291335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3937663"/>
              </p:ext>
            </p:extLst>
          </p:nvPr>
        </p:nvGraphicFramePr>
        <p:xfrm>
          <a:off x="3748719" y="3153300"/>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3421354" y="3178304"/>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1012</TotalTime>
  <Words>18443</Words>
  <Application>Microsoft Office PowerPoint</Application>
  <PresentationFormat>如螢幕大小 (4:3)</PresentationFormat>
  <Paragraphs>2652</Paragraphs>
  <Slides>47</Slides>
  <Notes>39</Notes>
  <HiddenSlides>6</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47</vt:i4>
      </vt:variant>
    </vt:vector>
  </HeadingPairs>
  <TitlesOfParts>
    <vt:vector size="65"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1877</cp:revision>
  <cp:lastPrinted>2024-07-30T01:44:15Z</cp:lastPrinted>
  <dcterms:created xsi:type="dcterms:W3CDTF">2019-11-08T03:01:47Z</dcterms:created>
  <dcterms:modified xsi:type="dcterms:W3CDTF">2026-09-01T09:09:39Z</dcterms:modified>
</cp:coreProperties>
</file>