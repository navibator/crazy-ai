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7" r:id="rId9"/>
    <p:sldId id="3470" r:id="rId10"/>
    <p:sldId id="3471" r:id="rId11"/>
    <p:sldId id="3496" r:id="rId12"/>
    <p:sldId id="3505" r:id="rId13"/>
    <p:sldId id="3465" r:id="rId14"/>
    <p:sldId id="3482" r:id="rId15"/>
    <p:sldId id="3489" r:id="rId16"/>
    <p:sldId id="3495" r:id="rId17"/>
    <p:sldId id="3503" r:id="rId18"/>
    <p:sldId id="3460" r:id="rId19"/>
    <p:sldId id="3504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  <p14:sldId id="3477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41818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95193"/>
              </p:ext>
            </p:extLst>
          </p:nvPr>
        </p:nvGraphicFramePr>
        <p:xfrm>
          <a:off x="3579132" y="3297262"/>
          <a:ext cx="2675673" cy="26520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355725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638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lumMod val="6500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63832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93053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965794" y="3789040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16513"/>
              </p:ext>
            </p:extLst>
          </p:nvPr>
        </p:nvGraphicFramePr>
        <p:xfrm>
          <a:off x="812083" y="4849893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730295"/>
              </p:ext>
            </p:extLst>
          </p:nvPr>
        </p:nvGraphicFramePr>
        <p:xfrm>
          <a:off x="7092280" y="5163163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283837"/>
              </p:ext>
            </p:extLst>
          </p:nvPr>
        </p:nvGraphicFramePr>
        <p:xfrm>
          <a:off x="3579132" y="1545394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4" name="圖片 23">
            <a:extLst>
              <a:ext uri="{FF2B5EF4-FFF2-40B4-BE49-F238E27FC236}">
                <a16:creationId xmlns:a16="http://schemas.microsoft.com/office/drawing/2014/main" id="{DA3D7463-D945-E6A0-6EC0-147F9AC72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2406859"/>
            <a:ext cx="639596" cy="385995"/>
          </a:xfrm>
          <a:prstGeom prst="rect">
            <a:avLst/>
          </a:prstGeom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736327"/>
              </p:ext>
            </p:extLst>
          </p:nvPr>
        </p:nvGraphicFramePr>
        <p:xfrm>
          <a:off x="7031047" y="1286832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50410" y="1286833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693" y="1124744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4838" y="1124744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9" name="群組 8">
            <a:extLst>
              <a:ext uri="{FF2B5EF4-FFF2-40B4-BE49-F238E27FC236}">
                <a16:creationId xmlns:a16="http://schemas.microsoft.com/office/drawing/2014/main" id="{EEC83D32-71A6-F0B6-848A-F221442B99BC}"/>
              </a:ext>
            </a:extLst>
          </p:cNvPr>
          <p:cNvGrpSpPr/>
          <p:nvPr/>
        </p:nvGrpSpPr>
        <p:grpSpPr>
          <a:xfrm>
            <a:off x="873775" y="2755997"/>
            <a:ext cx="3137887" cy="2210425"/>
            <a:chOff x="873775" y="2755997"/>
            <a:chExt cx="3137887" cy="2210425"/>
          </a:xfrm>
        </p:grpSpPr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93287DC2-DA04-D695-F422-FDB7BB72DE67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4" name="雲朵形 23">
              <a:extLst>
                <a:ext uri="{FF2B5EF4-FFF2-40B4-BE49-F238E27FC236}">
                  <a16:creationId xmlns:a16="http://schemas.microsoft.com/office/drawing/2014/main" id="{A2450BE4-C96A-0E60-C30C-CAC65E95D7BE}"/>
                </a:ext>
              </a:extLst>
            </p:cNvPr>
            <p:cNvSpPr/>
            <p:nvPr/>
          </p:nvSpPr>
          <p:spPr>
            <a:xfrm>
              <a:off x="873775" y="2755997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85751DDB-B860-1672-0DF1-16AB4FF404FC}"/>
                </a:ext>
              </a:extLst>
            </p:cNvPr>
            <p:cNvSpPr txBox="1"/>
            <p:nvPr/>
          </p:nvSpPr>
          <p:spPr>
            <a:xfrm>
              <a:off x="1799741" y="4291517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739BFD83-E302-63D0-BBF7-C1B75A1332F1}"/>
                </a:ext>
              </a:extLst>
            </p:cNvPr>
            <p:cNvCxnSpPr>
              <a:cxnSpLocks/>
              <a:stCxn id="36" idx="2"/>
              <a:endCxn id="8" idx="0"/>
            </p:cNvCxnSpPr>
            <p:nvPr/>
          </p:nvCxnSpPr>
          <p:spPr>
            <a:xfrm>
              <a:off x="1502483" y="3310240"/>
              <a:ext cx="809578" cy="981277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50B296D-38F2-A2B6-139A-924E0DFA5FDB}"/>
                </a:ext>
              </a:extLst>
            </p:cNvPr>
            <p:cNvSpPr txBox="1"/>
            <p:nvPr/>
          </p:nvSpPr>
          <p:spPr>
            <a:xfrm>
              <a:off x="990163" y="2940908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B47FD78C-1D85-5ACB-D30D-99945D9AA03E}"/>
                </a:ext>
              </a:extLst>
            </p:cNvPr>
            <p:cNvSpPr txBox="1"/>
            <p:nvPr/>
          </p:nvSpPr>
          <p:spPr>
            <a:xfrm>
              <a:off x="2815971" y="3193648"/>
              <a:ext cx="1195691" cy="548640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sz="12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Client AI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Chat robots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LangGraph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, 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Dify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</a:p>
          </p:txBody>
        </p:sp>
      </p:grp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308195"/>
              </p:ext>
            </p:extLst>
          </p:nvPr>
        </p:nvGraphicFramePr>
        <p:xfrm>
          <a:off x="6372200" y="4199778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D44ED96-F5BD-4DAB-62C8-7515297EF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97865"/>
              </p:ext>
            </p:extLst>
          </p:nvPr>
        </p:nvGraphicFramePr>
        <p:xfrm>
          <a:off x="5116269" y="1611516"/>
          <a:ext cx="3752749" cy="2306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324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xxx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47501F1-9349-ECEE-5E67-16D82872340B}"/>
              </a:ext>
            </a:extLst>
          </p:cNvPr>
          <p:cNvSpPr txBox="1"/>
          <p:nvPr/>
        </p:nvSpPr>
        <p:spPr>
          <a:xfrm>
            <a:off x="213023" y="980728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 err="1"/>
              <a:t>LoRA</a:t>
            </a:r>
            <a:r>
              <a:rPr lang="en-US" altLang="zh-TW" sz="2000" b="1" dirty="0"/>
              <a:t> vs </a:t>
            </a:r>
            <a:r>
              <a:rPr lang="en-US" altLang="zh-TW" sz="2000" b="1" dirty="0" err="1"/>
              <a:t>QLoRA</a:t>
            </a:r>
            <a:r>
              <a:rPr lang="en-US" altLang="zh-TW" sz="2000" b="1" dirty="0"/>
              <a:t>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AC677D0-9257-9F5D-A538-4CFD54E53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409599"/>
            <a:ext cx="5651668" cy="346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053"/>
              </p:ext>
            </p:extLst>
          </p:nvPr>
        </p:nvGraphicFramePr>
        <p:xfrm>
          <a:off x="7380312" y="5375161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7572</Words>
  <Application>Microsoft Office PowerPoint</Application>
  <PresentationFormat>如螢幕大小 (4:3)</PresentationFormat>
  <Paragraphs>891</Paragraphs>
  <Slides>19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0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1672</cp:revision>
  <cp:lastPrinted>2024-07-30T01:44:15Z</cp:lastPrinted>
  <dcterms:created xsi:type="dcterms:W3CDTF">2019-11-08T03:01:47Z</dcterms:created>
  <dcterms:modified xsi:type="dcterms:W3CDTF">2026-07-05T12:59:14Z</dcterms:modified>
</cp:coreProperties>
</file>