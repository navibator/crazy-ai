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2"/>
  </p:notesMasterIdLst>
  <p:handoutMasterIdLst>
    <p:handoutMasterId r:id="rId43"/>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533" r:id="rId35"/>
    <p:sldId id="3519" r:id="rId36"/>
    <p:sldId id="3530" r:id="rId37"/>
    <p:sldId id="269" r:id="rId38"/>
    <p:sldId id="270" r:id="rId39"/>
    <p:sldId id="257" r:id="rId40"/>
    <p:sldId id="265" r:id="rId4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 name="Edge AI" id="{53FF88DE-B3A4-42C9-8839-DDE9CA6AA9E3}">
          <p14:sldIdLst>
            <p14:sldId id="3531"/>
            <p14:sldId id="3499"/>
            <p14:sldId id="3444"/>
            <p14:sldId id="3532"/>
            <p14:sldId id="3520"/>
            <p14:sldId id="3518"/>
            <p14:sldId id="3475"/>
          </p14:sldIdLst>
        </p14:section>
        <p14:section name="Gemma" id="{4AE07F0F-1A3A-4225-AACF-3E87DCBDDC1F}">
          <p14:sldIdLst>
            <p14:sldId id="3527"/>
            <p14:sldId id="3515"/>
            <p14:sldId id="3528"/>
            <p14:sldId id="3514"/>
            <p14:sldId id="3529"/>
            <p14:sldId id="3533"/>
          </p14:sldIdLst>
        </p14:section>
        <p14:section name="Conclusion" id="{D9E6914C-A73F-4176-B0F8-3F87EAC09119}">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EC203"/>
    <a:srgbClr val="F8D462"/>
    <a:srgbClr val="3079EF"/>
    <a:srgbClr val="2260DC"/>
    <a:srgbClr val="B8EACA"/>
    <a:srgbClr val="FF0000"/>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196" autoAdjust="0"/>
  </p:normalViewPr>
  <p:slideViewPr>
    <p:cSldViewPr>
      <p:cViewPr>
        <p:scale>
          <a:sx n="100" d="100"/>
          <a:sy n="100" d="100"/>
        </p:scale>
        <p:origin x="900" y="59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48"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2026/7/31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2026/7/31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2cm.com.tw/2cm/zh-tw/market/0B0A1A53F59840AA83761E4A97E37E6B"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39</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40</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2026/7/31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2026/7/31</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68.png"/><Relationship Id="rId2" Type="http://schemas.openxmlformats.org/officeDocument/2006/relationships/image" Target="../media/image83.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85.png"/></Relationships>
</file>

<file path=ppt/slides/_rels/slide36.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4.xml"/><Relationship Id="rId5" Type="http://schemas.openxmlformats.org/officeDocument/2006/relationships/image" Target="../media/image89.png"/><Relationship Id="rId4" Type="http://schemas.openxmlformats.org/officeDocument/2006/relationships/image" Target="../media/image88.png"/></Relationships>
</file>

<file path=ppt/slides/_rels/slide3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4.xml"/><Relationship Id="rId5" Type="http://schemas.openxmlformats.org/officeDocument/2006/relationships/image" Target="../media/image94.png"/><Relationship Id="rId4" Type="http://schemas.openxmlformats.org/officeDocument/2006/relationships/image" Target="../media/image93.png"/></Relationships>
</file>

<file path=ppt/slides/_rels/slide39.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95.png"/><Relationship Id="rId7" Type="http://schemas.openxmlformats.org/officeDocument/2006/relationships/image" Target="../media/image98.png"/><Relationship Id="rId2" Type="http://schemas.openxmlformats.org/officeDocument/2006/relationships/notesSlide" Target="../notesSlides/notesSlide32.xml"/><Relationship Id="rId1" Type="http://schemas.openxmlformats.org/officeDocument/2006/relationships/slideLayout" Target="../slideLayouts/slideLayout4.xml"/><Relationship Id="rId6" Type="http://schemas.openxmlformats.org/officeDocument/2006/relationships/image" Target="../media/image97.png"/><Relationship Id="rId5" Type="http://schemas.openxmlformats.org/officeDocument/2006/relationships/image" Target="../media/image2300.png"/><Relationship Id="rId4" Type="http://schemas.openxmlformats.org/officeDocument/2006/relationships/image" Target="../media/image96.png"/></Relationships>
</file>

<file path=ppt/slides/_rels/slide40.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0.png"/><Relationship Id="rId7" Type="http://schemas.openxmlformats.org/officeDocument/2006/relationships/image" Target="../media/image104.png"/><Relationship Id="rId2" Type="http://schemas.openxmlformats.org/officeDocument/2006/relationships/notesSlide" Target="../notesSlides/notesSlide33.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101.png"/><Relationship Id="rId9" Type="http://schemas.openxmlformats.org/officeDocument/2006/relationships/image" Target="../media/image10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185361078"/>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a:t>
            </a:r>
            <a:r>
              <a:rPr kumimoji="0" lang="en-US" altLang="zh-TW" sz="1400" b="0" i="0" u="none" strike="noStrike" kern="1200" cap="none" spc="0" normalizeH="0" baseline="0" noProof="0" dirty="0" err="1">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ReWOO</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Reflexion</a:t>
                      </a:r>
                      <a:r>
                        <a:rPr kumimoji="0" lang="en-US" altLang="zh-TW" sz="1200" b="0" i="0" u="none" strike="noStrike" kern="1200" cap="none" spc="0" normalizeH="0" baseline="0" noProof="0" dirty="0">
                          <a:ln w="0"/>
                          <a:solidFill>
                            <a:prstClr val="black"/>
                          </a:solidFill>
                          <a:effectLst/>
                          <a:uLnTx/>
                          <a:uFillTx/>
                          <a:latin typeface="+mn-lt"/>
                          <a:ea typeface="+mn-ea"/>
                          <a:cs typeface="+mn-cs"/>
                        </a:rPr>
                        <a:t>: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ReWOO</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3580833052"/>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Number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8B (4.5+3.5)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5B (2.3+2.8)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1" y="1377042"/>
            <a:ext cx="647084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err="1">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m:t>
                      </m:r>
                      <m:r>
                        <m:rPr>
                          <m:nor/>
                        </m:rPr>
                        <a:rPr lang="zh-TW" altLang="en-US" sz="900" i="0">
                          <a:latin typeface="微軟正黑體 Light" panose="020B0304030504040204" pitchFamily="34" charset="-120"/>
                          <a:ea typeface="微軟正黑體 Light" panose="020B0304030504040204" pitchFamily="34" charset="-120"/>
                        </a:rPr>
                        <m:t>256</m:t>
                      </m:r>
                      <m:d>
                        <m:dPr>
                          <m:ctrlPr>
                            <a:rPr lang="zh-TW" altLang="en-US" sz="900" i="1">
                              <a:latin typeface="Cambria Math" panose="02040503050406030204" pitchFamily="18" charset="0"/>
                            </a:rPr>
                          </m:ctrlPr>
                        </m:dPr>
                        <m:e>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 的內容</m:t>
                          </m:r>
                        </m:e>
                      </m:d>
                    </m:oMath>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1200</TotalTime>
  <Words>16525</Words>
  <Application>Microsoft Office PowerPoint</Application>
  <PresentationFormat>如螢幕大小 (4:3)</PresentationFormat>
  <Paragraphs>2448</Paragraphs>
  <Slides>40</Slides>
  <Notes>33</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40</vt:i4>
      </vt:variant>
    </vt:vector>
  </HeadingPairs>
  <TitlesOfParts>
    <vt:vector size="58"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1810</cp:revision>
  <cp:lastPrinted>2024-07-30T01:44:15Z</cp:lastPrinted>
  <dcterms:created xsi:type="dcterms:W3CDTF">2019-11-08T03:01:47Z</dcterms:created>
  <dcterms:modified xsi:type="dcterms:W3CDTF">2026-07-31T07:28:56Z</dcterms:modified>
</cp:coreProperties>
</file>