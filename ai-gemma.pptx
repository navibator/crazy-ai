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6"/>
  </p:notesMasterIdLst>
  <p:handoutMasterIdLst>
    <p:handoutMasterId r:id="rId47"/>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552" r:id="rId14"/>
    <p:sldId id="3465" r:id="rId15"/>
    <p:sldId id="3484" r:id="rId16"/>
    <p:sldId id="3508" r:id="rId17"/>
    <p:sldId id="3505" r:id="rId18"/>
    <p:sldId id="3507" r:id="rId19"/>
    <p:sldId id="3460" r:id="rId20"/>
    <p:sldId id="3509" r:id="rId21"/>
    <p:sldId id="3479" r:id="rId22"/>
    <p:sldId id="3467" r:id="rId23"/>
    <p:sldId id="3531" r:id="rId24"/>
    <p:sldId id="3499" r:id="rId25"/>
    <p:sldId id="3444" r:id="rId26"/>
    <p:sldId id="3532" r:id="rId27"/>
    <p:sldId id="3520" r:id="rId28"/>
    <p:sldId id="3518" r:id="rId29"/>
    <p:sldId id="3475" r:id="rId30"/>
    <p:sldId id="3527" r:id="rId31"/>
    <p:sldId id="3550" r:id="rId32"/>
    <p:sldId id="3551" r:id="rId33"/>
    <p:sldId id="3515" r:id="rId34"/>
    <p:sldId id="3528" r:id="rId35"/>
    <p:sldId id="3514" r:id="rId36"/>
    <p:sldId id="3529" r:id="rId37"/>
    <p:sldId id="3533" r:id="rId38"/>
    <p:sldId id="3549" r:id="rId39"/>
    <p:sldId id="3519" r:id="rId40"/>
    <p:sldId id="3530" r:id="rId41"/>
    <p:sldId id="269" r:id="rId42"/>
    <p:sldId id="270" r:id="rId43"/>
    <p:sldId id="257" r:id="rId44"/>
    <p:sldId id="265" r:id="rId45"/>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 id="3552"/>
          </p14:sldIdLst>
        </p14:section>
        <p14:section name="OpenAI-GPT" id="{5A048767-0D58-44AF-B962-12C29493294F}">
          <p14:sldIdLst>
            <p14:sldId id="3465"/>
            <p14:sldId id="3484"/>
            <p14:sldId id="3508"/>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51"/>
            <p14:sldId id="3515"/>
            <p14:sldId id="3528"/>
            <p14:sldId id="3514"/>
            <p14:sldId id="3529"/>
            <p14:sldId id="3533"/>
          </p14:sldIdLst>
        </p14:section>
        <p14:section name="Conclusion" id="{D9E6914C-A73F-4176-B0F8-3F87EAC09119}">
          <p14:sldIdLst>
            <p14:sldId id="3549"/>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10" autoAdjust="0"/>
    <p:restoredTop sz="71958" autoAdjust="0"/>
  </p:normalViewPr>
  <p:slideViewPr>
    <p:cSldViewPr>
      <p:cViewPr>
        <p:scale>
          <a:sx n="100" d="100"/>
          <a:sy n="100" d="100"/>
        </p:scale>
        <p:origin x="1584" y="7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handoutMaster" Target="handoutMasters/handout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2026/8/19</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2026/8/19</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0.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mc:Choice xmlns:a14="http://schemas.microsoft.com/office/drawing/2010/main"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43</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44</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2026/8/19</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2026/8/19</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2.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5.svg"/><Relationship Id="rId4" Type="http://schemas.openxmlformats.org/officeDocument/2006/relationships/image" Target="../media/image44.png"/></Relationships>
</file>

<file path=ppt/slides/_rels/slide2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2.svg"/><Relationship Id="rId7" Type="http://schemas.openxmlformats.org/officeDocument/2006/relationships/image" Target="../media/image56.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55.svg"/><Relationship Id="rId5" Type="http://schemas.openxmlformats.org/officeDocument/2006/relationships/image" Target="../media/image54.png"/><Relationship Id="rId10" Type="http://schemas.openxmlformats.org/officeDocument/2006/relationships/image" Target="../media/image59.svg"/><Relationship Id="rId4" Type="http://schemas.openxmlformats.org/officeDocument/2006/relationships/image" Target="../media/image53.svg"/><Relationship Id="rId9" Type="http://schemas.openxmlformats.org/officeDocument/2006/relationships/image" Target="../media/image58.sv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3.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svg"/><Relationship Id="rId4" Type="http://schemas.openxmlformats.org/officeDocument/2006/relationships/image" Target="../media/image55.svg"/></Relationships>
</file>

<file path=ppt/slides/_rels/slide2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4.svg"/></Relationships>
</file>

<file path=ppt/slides/_rels/slide2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65.png"/><Relationship Id="rId1" Type="http://schemas.openxmlformats.org/officeDocument/2006/relationships/slideLayout" Target="../slideLayouts/slideLayout3.xml"/><Relationship Id="rId4" Type="http://schemas.openxmlformats.org/officeDocument/2006/relationships/image" Target="../media/image66.jpeg"/></Relationships>
</file>

<file path=ppt/slides/_rels/slide28.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image" Target="../media/image67.png"/><Relationship Id="rId7" Type="http://schemas.openxmlformats.org/officeDocument/2006/relationships/image" Target="../media/image72.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1.png"/><Relationship Id="rId5" Type="http://schemas.openxmlformats.org/officeDocument/2006/relationships/image" Target="../media/image69.png"/><Relationship Id="rId4" Type="http://schemas.openxmlformats.org/officeDocument/2006/relationships/image" Target="../media/image68.jpeg"/></Relationships>
</file>

<file path=ppt/slides/_rels/slide29.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4.svg"/></Relationships>
</file>

<file path=ppt/slides/_rels/slide30.xml.rels><?xml version="1.0" encoding="UTF-8" standalone="yes"?>
<Relationships xmlns="http://schemas.openxmlformats.org/package/2006/relationships"><Relationship Id="rId3" Type="http://schemas.openxmlformats.org/officeDocument/2006/relationships/image" Target="../media/image75.svg"/><Relationship Id="rId7" Type="http://schemas.openxmlformats.org/officeDocument/2006/relationships/image" Target="../media/image79.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31.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32.xml.rels><?xml version="1.0" encoding="UTF-8" standalone="yes"?>
<Relationships xmlns="http://schemas.openxmlformats.org/package/2006/relationships"><Relationship Id="rId3" Type="http://schemas.openxmlformats.org/officeDocument/2006/relationships/hyperlink" Target="https://x.com/googlegemma/status/2051694045869879749" TargetMode="External"/><Relationship Id="rId2" Type="http://schemas.openxmlformats.org/officeDocument/2006/relationships/image" Target="../media/image83.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8" Type="http://schemas.openxmlformats.org/officeDocument/2006/relationships/image" Target="../media/image84.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88.png"/><Relationship Id="rId2" Type="http://schemas.openxmlformats.org/officeDocument/2006/relationships/notesSlide" Target="../notesSlides/notesSlide3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87.png"/><Relationship Id="rId5" Type="http://schemas.openxmlformats.org/officeDocument/2006/relationships/image" Target="../media/image3.png"/><Relationship Id="rId10" Type="http://schemas.openxmlformats.org/officeDocument/2006/relationships/image" Target="../media/image86.png"/><Relationship Id="rId4" Type="http://schemas.openxmlformats.org/officeDocument/2006/relationships/image" Target="../media/image2.png"/><Relationship Id="rId9" Type="http://schemas.openxmlformats.org/officeDocument/2006/relationships/image" Target="../media/image85.png"/></Relationships>
</file>

<file path=ppt/slides/_rels/slide39.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65.png"/><Relationship Id="rId2" Type="http://schemas.openxmlformats.org/officeDocument/2006/relationships/image" Target="../media/image89.png"/><Relationship Id="rId1" Type="http://schemas.openxmlformats.org/officeDocument/2006/relationships/slideLayout" Target="../slideLayouts/slideLayout3.xml"/><Relationship Id="rId6" Type="http://schemas.openxmlformats.org/officeDocument/2006/relationships/image" Target="../media/image66.jpeg"/><Relationship Id="rId5" Type="http://schemas.openxmlformats.org/officeDocument/2006/relationships/image" Target="../media/image54.png"/><Relationship Id="rId4" Type="http://schemas.openxmlformats.org/officeDocument/2006/relationships/image" Target="../media/image92.png"/></Relationships>
</file>

<file path=ppt/slides/_rels/slide40.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4.xml"/><Relationship Id="rId5" Type="http://schemas.openxmlformats.org/officeDocument/2006/relationships/image" Target="../media/image96.png"/><Relationship Id="rId4" Type="http://schemas.openxmlformats.org/officeDocument/2006/relationships/image" Target="../media/image95.png"/></Relationships>
</file>

<file path=ppt/slides/_rels/slide4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4.xml"/><Relationship Id="rId5" Type="http://schemas.openxmlformats.org/officeDocument/2006/relationships/image" Target="../media/image100.png"/><Relationship Id="rId4" Type="http://schemas.openxmlformats.org/officeDocument/2006/relationships/image" Target="../media/image99.png"/></Relationships>
</file>

<file path=ppt/slides/_rels/slide43.xml.rels><?xml version="1.0" encoding="UTF-8" standalone="yes"?>
<Relationships xmlns="http://schemas.openxmlformats.org/package/2006/relationships"><Relationship Id="rId8" Type="http://schemas.openxmlformats.org/officeDocument/2006/relationships/image" Target="../media/image105.png"/><Relationship Id="rId3" Type="http://schemas.openxmlformats.org/officeDocument/2006/relationships/image" Target="../media/image101.png"/><Relationship Id="rId7" Type="http://schemas.openxmlformats.org/officeDocument/2006/relationships/image" Target="../media/image104.png"/><Relationship Id="rId2" Type="http://schemas.openxmlformats.org/officeDocument/2006/relationships/notesSlide" Target="../notesSlides/notesSlide35.xml"/><Relationship Id="rId1" Type="http://schemas.openxmlformats.org/officeDocument/2006/relationships/slideLayout" Target="../slideLayouts/slideLayout4.xml"/><Relationship Id="rId6" Type="http://schemas.openxmlformats.org/officeDocument/2006/relationships/image" Target="../media/image103.png"/><Relationship Id="rId5" Type="http://schemas.openxmlformats.org/officeDocument/2006/relationships/image" Target="../media/image2300.png"/><Relationship Id="rId4" Type="http://schemas.openxmlformats.org/officeDocument/2006/relationships/image" Target="../media/image102.png"/></Relationships>
</file>

<file path=ppt/slides/_rels/slide44.xml.rels><?xml version="1.0" encoding="UTF-8" standalone="yes"?>
<Relationships xmlns="http://schemas.openxmlformats.org/package/2006/relationships"><Relationship Id="rId8" Type="http://schemas.openxmlformats.org/officeDocument/2006/relationships/image" Target="../media/image111.png"/><Relationship Id="rId3" Type="http://schemas.openxmlformats.org/officeDocument/2006/relationships/image" Target="../media/image106.png"/><Relationship Id="rId7" Type="http://schemas.openxmlformats.org/officeDocument/2006/relationships/image" Target="../media/image110.png"/><Relationship Id="rId2" Type="http://schemas.openxmlformats.org/officeDocument/2006/relationships/notesSlide" Target="../notesSlides/notesSlide36.xml"/><Relationship Id="rId1" Type="http://schemas.openxmlformats.org/officeDocument/2006/relationships/slideLayout" Target="../slideLayouts/slideLayout4.xml"/><Relationship Id="rId6" Type="http://schemas.openxmlformats.org/officeDocument/2006/relationships/image" Target="../media/image109.png"/><Relationship Id="rId5" Type="http://schemas.openxmlformats.org/officeDocument/2006/relationships/image" Target="../media/image108.png"/><Relationship Id="rId4" Type="http://schemas.openxmlformats.org/officeDocument/2006/relationships/image" Target="../media/image107.png"/><Relationship Id="rId9" Type="http://schemas.openxmlformats.org/officeDocument/2006/relationships/image" Target="../media/image1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err="1">
                <a:solidFill>
                  <a:schemeClr val="tx2"/>
                </a:solidFill>
              </a:rPr>
              <a:t>CoPoS</a:t>
            </a:r>
            <a:endParaRPr lang="en-US" altLang="zh-TW" sz="1000" b="1" dirty="0">
              <a:solidFill>
                <a:schemeClr val="tx2"/>
              </a:solidFill>
            </a:endParaRP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E798FE84-9387-1315-3091-EDB00726333D}"/>
              </a:ext>
            </a:extLst>
          </p:cNvPr>
          <p:cNvPicPr>
            <a:picLocks noChangeAspect="1"/>
          </p:cNvPicPr>
          <p:nvPr/>
        </p:nvPicPr>
        <p:blipFill>
          <a:blip r:embed="rId3"/>
          <a:stretch>
            <a:fillRect/>
          </a:stretch>
        </p:blipFill>
        <p:spPr>
          <a:xfrm>
            <a:off x="3707904" y="3809228"/>
            <a:ext cx="5436095" cy="2716116"/>
          </a:xfrm>
          <a:prstGeom prst="rect">
            <a:avLst/>
          </a:prstGeom>
        </p:spPr>
      </p:pic>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136906" cy="109260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Weight Memory Transfer:  </a:t>
            </a:r>
            <a:r>
              <a:rPr lang="en-US" altLang="zh-TW" sz="1600" dirty="0"/>
              <a:t>Occupy 99% time of GPU and waiting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
            </a:r>
          </a:p>
        </p:txBody>
      </p:sp>
      <p:sp>
        <p:nvSpPr>
          <p:cNvPr id="30" name="文字方塊 29">
            <a:extLst>
              <a:ext uri="{FF2B5EF4-FFF2-40B4-BE49-F238E27FC236}">
                <a16:creationId xmlns:a16="http://schemas.microsoft.com/office/drawing/2014/main" id="{C68F4D52-7DDA-E906-AEF9-75AB0D6D67EB}"/>
              </a:ext>
            </a:extLst>
          </p:cNvPr>
          <p:cNvSpPr txBox="1"/>
          <p:nvPr/>
        </p:nvSpPr>
        <p:spPr>
          <a:xfrm>
            <a:off x="5631248" y="2050030"/>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2" name="文字方塊 31">
            <a:extLst>
              <a:ext uri="{FF2B5EF4-FFF2-40B4-BE49-F238E27FC236}">
                <a16:creationId xmlns:a16="http://schemas.microsoft.com/office/drawing/2014/main" id="{15D53514-7DA9-D9FB-4264-0830E97431FD}"/>
              </a:ext>
            </a:extLst>
          </p:cNvPr>
          <p:cNvSpPr txBox="1"/>
          <p:nvPr/>
        </p:nvSpPr>
        <p:spPr>
          <a:xfrm>
            <a:off x="6081288" y="2050030"/>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4" name="文字方塊 33">
            <a:extLst>
              <a:ext uri="{FF2B5EF4-FFF2-40B4-BE49-F238E27FC236}">
                <a16:creationId xmlns:a16="http://schemas.microsoft.com/office/drawing/2014/main" id="{A3ED4D5A-2FA6-F6C0-FEE8-5735067DCADB}"/>
              </a:ext>
            </a:extLst>
          </p:cNvPr>
          <p:cNvSpPr txBox="1"/>
          <p:nvPr/>
        </p:nvSpPr>
        <p:spPr>
          <a:xfrm>
            <a:off x="6714248" y="2049946"/>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6" name="文字方塊 35">
            <a:extLst>
              <a:ext uri="{FF2B5EF4-FFF2-40B4-BE49-F238E27FC236}">
                <a16:creationId xmlns:a16="http://schemas.microsoft.com/office/drawing/2014/main" id="{6D41B027-6CB9-15A2-F2EB-19E086D5F65B}"/>
              </a:ext>
            </a:extLst>
          </p:cNvPr>
          <p:cNvSpPr txBox="1"/>
          <p:nvPr/>
        </p:nvSpPr>
        <p:spPr>
          <a:xfrm>
            <a:off x="7164288" y="2049946"/>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8" name="文字方塊 37">
            <a:extLst>
              <a:ext uri="{FF2B5EF4-FFF2-40B4-BE49-F238E27FC236}">
                <a16:creationId xmlns:a16="http://schemas.microsoft.com/office/drawing/2014/main" id="{3E93E0DD-1CD6-2807-5949-BB79CACA7C2C}"/>
              </a:ext>
            </a:extLst>
          </p:cNvPr>
          <p:cNvSpPr txBox="1"/>
          <p:nvPr/>
        </p:nvSpPr>
        <p:spPr>
          <a:xfrm>
            <a:off x="5639306" y="1544868"/>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45" name="矩形: 圓角 44">
            <a:extLst>
              <a:ext uri="{FF2B5EF4-FFF2-40B4-BE49-F238E27FC236}">
                <a16:creationId xmlns:a16="http://schemas.microsoft.com/office/drawing/2014/main" id="{C47303AB-CC78-3E3D-AA29-57163C0B7720}"/>
              </a:ext>
            </a:extLst>
          </p:cNvPr>
          <p:cNvSpPr/>
          <p:nvPr/>
        </p:nvSpPr>
        <p:spPr>
          <a:xfrm>
            <a:off x="632352" y="3809064"/>
            <a:ext cx="787215"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Drafter</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179512"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1948634" y="3517566"/>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944417" y="2780928"/>
            <a:ext cx="899391" cy="432048"/>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p>
        </p:txBody>
      </p:sp>
      <p:sp>
        <p:nvSpPr>
          <p:cNvPr id="66" name="矩形: 圓角 65">
            <a:extLst>
              <a:ext uri="{FF2B5EF4-FFF2-40B4-BE49-F238E27FC236}">
                <a16:creationId xmlns:a16="http://schemas.microsoft.com/office/drawing/2014/main" id="{62549C96-57A6-8E49-C72C-979C7315D3D7}"/>
              </a:ext>
            </a:extLst>
          </p:cNvPr>
          <p:cNvSpPr/>
          <p:nvPr/>
        </p:nvSpPr>
        <p:spPr>
          <a:xfrm>
            <a:off x="1944417" y="394961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1944417" y="4381662"/>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70" name="文字方塊 69">
            <a:extLst>
              <a:ext uri="{FF2B5EF4-FFF2-40B4-BE49-F238E27FC236}">
                <a16:creationId xmlns:a16="http://schemas.microsoft.com/office/drawing/2014/main" id="{C39C5F38-7BE6-E27C-ADC0-D7659C83F68C}"/>
              </a:ext>
            </a:extLst>
          </p:cNvPr>
          <p:cNvSpPr txBox="1"/>
          <p:nvPr/>
        </p:nvSpPr>
        <p:spPr>
          <a:xfrm>
            <a:off x="677611" y="3425944"/>
            <a:ext cx="685869"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Guess</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76" name="接點: 肘形 75">
            <a:extLst>
              <a:ext uri="{FF2B5EF4-FFF2-40B4-BE49-F238E27FC236}">
                <a16:creationId xmlns:a16="http://schemas.microsoft.com/office/drawing/2014/main" id="{CBE0D687-6904-CD48-E1F7-D1BFA75F08C0}"/>
              </a:ext>
            </a:extLst>
          </p:cNvPr>
          <p:cNvCxnSpPr>
            <a:stCxn id="45" idx="3"/>
            <a:endCxn id="51" idx="1"/>
          </p:cNvCxnSpPr>
          <p:nvPr/>
        </p:nvCxnSpPr>
        <p:spPr>
          <a:xfrm flipV="1">
            <a:off x="1419567" y="3625578"/>
            <a:ext cx="529067" cy="42993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419567" y="4055508"/>
            <a:ext cx="524850" cy="43416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stCxn id="45" idx="3"/>
            <a:endCxn id="66" idx="1"/>
          </p:cNvCxnSpPr>
          <p:nvPr/>
        </p:nvCxnSpPr>
        <p:spPr>
          <a:xfrm>
            <a:off x="1419567" y="4055508"/>
            <a:ext cx="52485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4" name="矩形 83">
            <a:extLst>
              <a:ext uri="{FF2B5EF4-FFF2-40B4-BE49-F238E27FC236}">
                <a16:creationId xmlns:a16="http://schemas.microsoft.com/office/drawing/2014/main" id="{8FBD71DA-F9C3-EF21-B37E-21EEC4D3134B}"/>
              </a:ext>
            </a:extLst>
          </p:cNvPr>
          <p:cNvSpPr/>
          <p:nvPr/>
        </p:nvSpPr>
        <p:spPr>
          <a:xfrm>
            <a:off x="838359" y="4725143"/>
            <a:ext cx="364371" cy="197917"/>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4xD</a:t>
            </a:r>
          </a:p>
        </p:txBody>
      </p:sp>
      <p:sp>
        <p:nvSpPr>
          <p:cNvPr id="86" name="文字方塊 85">
            <a:extLst>
              <a:ext uri="{FF2B5EF4-FFF2-40B4-BE49-F238E27FC236}">
                <a16:creationId xmlns:a16="http://schemas.microsoft.com/office/drawing/2014/main" id="{E9EE2942-ABD2-5BD4-E744-D02D15505AAD}"/>
              </a:ext>
            </a:extLst>
          </p:cNvPr>
          <p:cNvSpPr txBox="1"/>
          <p:nvPr/>
        </p:nvSpPr>
        <p:spPr>
          <a:xfrm>
            <a:off x="1997526" y="4678804"/>
            <a:ext cx="685868" cy="393156"/>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Cross</a:t>
            </a:r>
          </a:p>
          <a:p>
            <a:pPr algn="ct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Attention</a:t>
            </a:r>
          </a:p>
        </p:txBody>
      </p:sp>
      <p:pic>
        <p:nvPicPr>
          <p:cNvPr id="4" name="圖片 3">
            <a:extLst>
              <a:ext uri="{FF2B5EF4-FFF2-40B4-BE49-F238E27FC236}">
                <a16:creationId xmlns:a16="http://schemas.microsoft.com/office/drawing/2014/main" id="{9D68BBA3-60F4-05F6-FAA0-F121ECE3FC4D}"/>
              </a:ext>
            </a:extLst>
          </p:cNvPr>
          <p:cNvPicPr>
            <a:picLocks noChangeAspect="1"/>
          </p:cNvPicPr>
          <p:nvPr/>
        </p:nvPicPr>
        <p:blipFill>
          <a:blip r:embed="rId4"/>
          <a:stretch>
            <a:fillRect/>
          </a:stretch>
        </p:blipFill>
        <p:spPr>
          <a:xfrm>
            <a:off x="1494912" y="5211437"/>
            <a:ext cx="1869682" cy="1234073"/>
          </a:xfrm>
          <a:prstGeom prst="rect">
            <a:avLst/>
          </a:prstGeom>
        </p:spPr>
      </p:pic>
      <p:sp>
        <p:nvSpPr>
          <p:cNvPr id="58" name="文字方塊 57">
            <a:extLst>
              <a:ext uri="{FF2B5EF4-FFF2-40B4-BE49-F238E27FC236}">
                <a16:creationId xmlns:a16="http://schemas.microsoft.com/office/drawing/2014/main" id="{65BA10AA-33E3-ECA2-4515-138A0D1409A1}"/>
              </a:ext>
            </a:extLst>
          </p:cNvPr>
          <p:cNvSpPr txBox="1"/>
          <p:nvPr/>
        </p:nvSpPr>
        <p:spPr>
          <a:xfrm>
            <a:off x="3195392" y="3428998"/>
            <a:ext cx="685868"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Verify</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1" name="矩形: 圓角 60">
            <a:extLst>
              <a:ext uri="{FF2B5EF4-FFF2-40B4-BE49-F238E27FC236}">
                <a16:creationId xmlns:a16="http://schemas.microsoft.com/office/drawing/2014/main" id="{5A88E48D-B52B-E48D-6640-1A585B7A6A98}"/>
              </a:ext>
            </a:extLst>
          </p:cNvPr>
          <p:cNvSpPr/>
          <p:nvPr/>
        </p:nvSpPr>
        <p:spPr>
          <a:xfrm>
            <a:off x="3150133" y="3813298"/>
            <a:ext cx="787215" cy="488654"/>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64" name="矩形 63">
            <a:extLst>
              <a:ext uri="{FF2B5EF4-FFF2-40B4-BE49-F238E27FC236}">
                <a16:creationId xmlns:a16="http://schemas.microsoft.com/office/drawing/2014/main" id="{939139B8-4151-0F3D-2D0F-B01B422C961E}"/>
              </a:ext>
            </a:extLst>
          </p:cNvPr>
          <p:cNvSpPr/>
          <p:nvPr/>
        </p:nvSpPr>
        <p:spPr>
          <a:xfrm>
            <a:off x="4283968"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72" name="文字方塊 71">
            <a:extLst>
              <a:ext uri="{FF2B5EF4-FFF2-40B4-BE49-F238E27FC236}">
                <a16:creationId xmlns:a16="http://schemas.microsoft.com/office/drawing/2014/main" id="{765DBC9F-3032-1B58-3F70-6F270C5B9448}"/>
              </a:ext>
            </a:extLst>
          </p:cNvPr>
          <p:cNvSpPr txBox="1"/>
          <p:nvPr/>
        </p:nvSpPr>
        <p:spPr>
          <a:xfrm>
            <a:off x="4032649" y="3428998"/>
            <a:ext cx="899391" cy="216025"/>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Guarantee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0FC98B3D-CE3A-2655-CAED-4A93F8E16C9C}"/>
              </a:ext>
            </a:extLst>
          </p:cNvPr>
          <p:cNvPicPr>
            <a:picLocks noChangeAspect="1"/>
          </p:cNvPicPr>
          <p:nvPr/>
        </p:nvPicPr>
        <p:blipFill>
          <a:blip r:embed="rId2"/>
          <a:stretch>
            <a:fillRect/>
          </a:stretch>
        </p:blipFill>
        <p:spPr>
          <a:xfrm>
            <a:off x="5076056" y="153698"/>
            <a:ext cx="3913986" cy="6550604"/>
          </a:xfrm>
          <a:prstGeom prst="rect">
            <a:avLst/>
          </a:prstGeom>
        </p:spPr>
      </p:pic>
      <p:sp>
        <p:nvSpPr>
          <p:cNvPr id="9" name="標題 1">
            <a:extLst>
              <a:ext uri="{FF2B5EF4-FFF2-40B4-BE49-F238E27FC236}">
                <a16:creationId xmlns:a16="http://schemas.microsoft.com/office/drawing/2014/main" id="{1280E1EC-97E0-5FC3-6A26-36F67C8121E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Draft Model for E2B</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Gemma 4 models generate text autoregressively and produce one token at a time.</a:t>
            </a:r>
          </a:p>
        </p:txBody>
      </p:sp>
      <p:sp>
        <p:nvSpPr>
          <p:cNvPr id="11" name="文字方塊 10">
            <a:extLst>
              <a:ext uri="{FF2B5EF4-FFF2-40B4-BE49-F238E27FC236}">
                <a16:creationId xmlns:a16="http://schemas.microsoft.com/office/drawing/2014/main" id="{3398CB3A-483F-A496-9993-0FCAB38D1C3B}"/>
              </a:ext>
            </a:extLst>
          </p:cNvPr>
          <p:cNvSpPr txBox="1"/>
          <p:nvPr/>
        </p:nvSpPr>
        <p:spPr>
          <a:xfrm>
            <a:off x="153958" y="2204864"/>
            <a:ext cx="2041778" cy="307777"/>
          </a:xfrm>
          <a:prstGeom prst="rect">
            <a:avLst/>
          </a:prstGeom>
          <a:noFill/>
        </p:spPr>
        <p:txBody>
          <a:bodyPr wrap="square">
            <a:spAutoFit/>
          </a:bodyPr>
          <a:lstStyle/>
          <a:p>
            <a:r>
              <a:rPr lang="en-US" altLang="zh-TW" sz="1400" dirty="0">
                <a:latin typeface="Noto Sans HK" panose="020B0200000000000000" pitchFamily="34" charset="-120"/>
                <a:ea typeface="Noto Sans HK" panose="020B0200000000000000" pitchFamily="34" charset="-120"/>
                <a:cs typeface="Aharoni" panose="020F0502020204030204" pitchFamily="2" charset="-79"/>
                <a:hlinkClick r:id="rId3"/>
              </a:rPr>
              <a:t>Speculative Decoding</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endParaRPr>
          </a:p>
        </p:txBody>
      </p:sp>
    </p:spTree>
    <p:extLst>
      <p:ext uri="{BB962C8B-B14F-4D97-AF65-F5344CB8AC3E}">
        <p14:creationId xmlns:p14="http://schemas.microsoft.com/office/powerpoint/2010/main" val="22791932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584</TotalTime>
  <Words>17235</Words>
  <Application>Microsoft Office PowerPoint</Application>
  <PresentationFormat>如螢幕大小 (4:3)</PresentationFormat>
  <Paragraphs>2594</Paragraphs>
  <Slides>44</Slides>
  <Notes>36</Notes>
  <HiddenSlides>5</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44</vt:i4>
      </vt:variant>
    </vt:vector>
  </HeadingPairs>
  <TitlesOfParts>
    <vt:vector size="62"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1865</cp:revision>
  <cp:lastPrinted>2024-07-30T01:44:15Z</cp:lastPrinted>
  <dcterms:created xsi:type="dcterms:W3CDTF">2019-11-08T03:01:47Z</dcterms:created>
  <dcterms:modified xsi:type="dcterms:W3CDTF">2026-08-19T07:19:24Z</dcterms:modified>
</cp:coreProperties>
</file>