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71" r:id="rId10"/>
    <p:sldId id="3496" r:id="rId11"/>
    <p:sldId id="3495" r:id="rId12"/>
    <p:sldId id="3477" r:id="rId13"/>
    <p:sldId id="3465" r:id="rId14"/>
    <p:sldId id="3482" r:id="rId15"/>
    <p:sldId id="3489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495"/>
            <p14:sldId id="3477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67944" autoAdjust="0"/>
  </p:normalViewPr>
  <p:slideViewPr>
    <p:cSldViewPr>
      <p:cViewPr>
        <p:scale>
          <a:sx n="100" d="100"/>
          <a:sy n="100" d="100"/>
        </p:scale>
        <p:origin x="726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295636" y="1120676"/>
            <a:ext cx="6552728" cy="46166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(Train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(Stack, 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(Future)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Fine-Tuning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(&lt;PPO, DPO&gt;, &lt;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Full&gt;)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Framework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Model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450220" y="2888708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189038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297050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405062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3438731" y="1516010"/>
            <a:ext cx="153045" cy="24015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2711564" y="2164297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6688390" y="1813344"/>
            <a:ext cx="153043" cy="180686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6228036" y="2207037"/>
            <a:ext cx="953575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5274757" y="2894387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6418126" y="2894387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7524328" y="2894387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156176" y="3272545"/>
            <a:ext cx="261950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299545" y="3272545"/>
            <a:ext cx="22478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/>
        </p:nvGraphicFramePr>
        <p:xfrm>
          <a:off x="6418126" y="3791331"/>
          <a:ext cx="1106202" cy="1063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338809"/>
              </p:ext>
            </p:extLst>
          </p:nvPr>
        </p:nvGraphicFramePr>
        <p:xfrm>
          <a:off x="4548461" y="107590"/>
          <a:ext cx="4845532" cy="1847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55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Run 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Goal: Smarter AI Agent)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Templating, RAG, Context Assembly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Routing, Parameter Tuning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(Temperature, Max Tokens, Stop Sequences)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Detection, Execution, Result Feeding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Format enforcement, type casting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BB783C0A-0EA4-68C4-8BBB-B62183E29FB3}"/>
              </a:ext>
            </a:extLst>
          </p:cNvPr>
          <p:cNvSpPr txBox="1"/>
          <p:nvPr/>
        </p:nvSpPr>
        <p:spPr>
          <a:xfrm>
            <a:off x="5274756" y="3851897"/>
            <a:ext cx="881419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AI Agent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(Inference)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555590"/>
              </p:ext>
            </p:extLst>
          </p:nvPr>
        </p:nvGraphicFramePr>
        <p:xfrm>
          <a:off x="5220071" y="4998822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442864"/>
              </p:ext>
            </p:extLst>
          </p:nvPr>
        </p:nvGraphicFramePr>
        <p:xfrm>
          <a:off x="1186197" y="895541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62C8B83-32F1-7439-8A84-15E854760B07}"/>
              </a:ext>
            </a:extLst>
          </p:cNvPr>
          <p:cNvSpPr txBox="1"/>
          <p:nvPr/>
        </p:nvSpPr>
        <p:spPr>
          <a:xfrm>
            <a:off x="450220" y="4015729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Continual</a:t>
            </a:r>
            <a:b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</a:b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8691106B-C8CB-5D41-A92D-38B13B364035}"/>
              </a:ext>
            </a:extLst>
          </p:cNvPr>
          <p:cNvSpPr txBox="1">
            <a:spLocks/>
          </p:cNvSpPr>
          <p:nvPr/>
        </p:nvSpPr>
        <p:spPr>
          <a:xfrm>
            <a:off x="106443" y="2263990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Pre-Training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2866805" y="105413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2738741" y="114541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497" y="86726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638385"/>
              </p:ext>
            </p:extLst>
          </p:nvPr>
        </p:nvGraphicFramePr>
        <p:xfrm>
          <a:off x="7240645" y="17644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A70D1FA-9A45-DEEF-A1FB-75E8F1210807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572"/>
              </p:ext>
            </p:extLst>
          </p:nvPr>
        </p:nvGraphicFramePr>
        <p:xfrm>
          <a:off x="459210" y="3033393"/>
          <a:ext cx="8225583" cy="291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5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12213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31221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1221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12213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312213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36448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8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8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8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2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8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2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6448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2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448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2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36448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2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1846BB8-47A0-5E9B-C645-70DD2BBC568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How to evaluate the performance of a AI model?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78689" y="1268760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 err="1">
                <a:solidFill>
                  <a:prstClr val="black"/>
                </a:solidFill>
              </a:rPr>
              <a:t>Ollama</a:t>
            </a:r>
            <a:r>
              <a:rPr lang="en-US" altLang="zh-TW" sz="1600" dirty="0">
                <a:solidFill>
                  <a:prstClr val="black"/>
                </a:solidFill>
              </a:rPr>
              <a:t>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zh-TW" sz="1400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Ollama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398316F-479D-A20F-C893-5346923EDC18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950</TotalTime>
  <Words>6974</Words>
  <Application>Microsoft Office PowerPoint</Application>
  <PresentationFormat>如螢幕大小 (4:3)</PresentationFormat>
  <Paragraphs>871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9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1628</cp:revision>
  <cp:lastPrinted>2024-07-30T01:44:15Z</cp:lastPrinted>
  <dcterms:created xsi:type="dcterms:W3CDTF">2019-11-08T03:01:47Z</dcterms:created>
  <dcterms:modified xsi:type="dcterms:W3CDTF">2026-07-01T09:22:02Z</dcterms:modified>
</cp:coreProperties>
</file>