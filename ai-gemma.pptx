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484" r:id="rId17"/>
    <p:sldId id="3508"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varScale="1">
        <p:scale>
          <a:sx n="79" d="100"/>
          <a:sy n="79" d="100"/>
        </p:scale>
        <p:origin x="1296" y="67"/>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9.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30.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1.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3.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4.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8.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2"/>
            <a:ext cx="6219650" cy="2990022"/>
          </a:xfrm>
          <a:prstGeom prst="rect">
            <a:avLst/>
          </a:prstGeom>
        </p:spPr>
      </p:pic>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18455</Words>
  <Application>Microsoft Office PowerPoint</Application>
  <PresentationFormat>如螢幕大小 (4:3)</PresentationFormat>
  <Paragraphs>2659</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1885</cp:revision>
  <cp:lastPrinted>2024-07-30T01:44:15Z</cp:lastPrinted>
  <dcterms:created xsi:type="dcterms:W3CDTF">2019-11-08T03:01:47Z</dcterms:created>
  <dcterms:modified xsi:type="dcterms:W3CDTF">2026-09-06T13:20:56Z</dcterms:modified>
</cp:coreProperties>
</file>