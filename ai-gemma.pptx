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[$50]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“10 shares“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689005" y="4077072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03767"/>
              </p:ext>
            </p:extLst>
          </p:nvPr>
        </p:nvGraphicFramePr>
        <p:xfrm>
          <a:off x="2195736" y="4516191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69168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35597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64400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952975"/>
              </p:ext>
            </p:extLst>
          </p:nvPr>
        </p:nvGraphicFramePr>
        <p:xfrm>
          <a:off x="177045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567835"/>
              </p:ext>
            </p:extLst>
          </p:nvPr>
        </p:nvGraphicFramePr>
        <p:xfrm>
          <a:off x="443345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94005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81518"/>
              </p:ext>
            </p:extLst>
          </p:nvPr>
        </p:nvGraphicFramePr>
        <p:xfrm>
          <a:off x="256254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050651"/>
              </p:ext>
            </p:extLst>
          </p:nvPr>
        </p:nvGraphicFramePr>
        <p:xfrm>
          <a:off x="443026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314881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78535"/>
              </p:ext>
            </p:extLst>
          </p:nvPr>
        </p:nvGraphicFramePr>
        <p:xfrm>
          <a:off x="285570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616904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358539"/>
              </p:ext>
            </p:extLst>
          </p:nvPr>
        </p:nvGraphicFramePr>
        <p:xfrm>
          <a:off x="586814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93204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416996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64893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36148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416996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71591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683307"/>
              </p:ext>
            </p:extLst>
          </p:nvPr>
        </p:nvGraphicFramePr>
        <p:xfrm>
          <a:off x="193211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94004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588344"/>
              </p:ext>
            </p:extLst>
          </p:nvPr>
        </p:nvGraphicFramePr>
        <p:xfrm>
          <a:off x="256254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33975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542779"/>
              </p:ext>
            </p:extLst>
          </p:nvPr>
        </p:nvGraphicFramePr>
        <p:xfrm>
          <a:off x="61156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166402"/>
              </p:ext>
            </p:extLst>
          </p:nvPr>
        </p:nvGraphicFramePr>
        <p:xfrm>
          <a:off x="138957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69512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99478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85261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64138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568</TotalTime>
  <Words>7375</Words>
  <Application>Microsoft Office PowerPoint</Application>
  <PresentationFormat>如螢幕大小 (4:3)</PresentationFormat>
  <Paragraphs>1002</Paragraphs>
  <Slides>18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1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1682</cp:revision>
  <cp:lastPrinted>2024-07-30T01:44:15Z</cp:lastPrinted>
  <dcterms:created xsi:type="dcterms:W3CDTF">2019-11-08T03:01:47Z</dcterms:created>
  <dcterms:modified xsi:type="dcterms:W3CDTF">2026-07-07T09:39:01Z</dcterms:modified>
</cp:coreProperties>
</file>