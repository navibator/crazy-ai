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3561" r:id="rId2"/>
    <p:sldId id="3560" r:id="rId3"/>
    <p:sldId id="3563" r:id="rId4"/>
    <p:sldId id="3565" r:id="rId5"/>
    <p:sldId id="3567" r:id="rId6"/>
    <p:sldId id="3566" r:id="rId7"/>
    <p:sldId id="3564" r:id="rId8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8A68-C786-DDA4-580D-BDB5B6068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383C802-581D-506E-B8A8-07C5D0D17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AAD8AAD-CC60-79F5-5718-88FA70E2A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60AAEB-7AFE-DD6B-F79D-5BA8B62DB8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05288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2.png"/><Relationship Id="rId3" Type="http://schemas.openxmlformats.org/officeDocument/2006/relationships/image" Target="../media/image18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27.png"/><Relationship Id="rId10" Type="http://schemas.openxmlformats.org/officeDocument/2006/relationships/image" Target="../media/image25.png"/><Relationship Id="rId9" Type="http://schemas.openxmlformats.org/officeDocument/2006/relationships/image" Target="../media/image24.png"/><Relationship Id="rId1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996401"/>
              </p:ext>
            </p:extLst>
          </p:nvPr>
        </p:nvGraphicFramePr>
        <p:xfrm>
          <a:off x="1623654" y="2633783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622508" y="4983961"/>
            <a:ext cx="1001262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88879" y="5541506"/>
            <a:ext cx="370910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3992"/>
              </p:ext>
            </p:extLst>
          </p:nvPr>
        </p:nvGraphicFramePr>
        <p:xfrm>
          <a:off x="2612067" y="2657773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32341"/>
              </p:ext>
            </p:extLst>
          </p:nvPr>
        </p:nvGraphicFramePr>
        <p:xfrm>
          <a:off x="4406696" y="2649659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596911"/>
              </p:ext>
            </p:extLst>
          </p:nvPr>
        </p:nvGraphicFramePr>
        <p:xfrm>
          <a:off x="5131117" y="2649660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328938"/>
              </p:ext>
            </p:extLst>
          </p:nvPr>
        </p:nvGraphicFramePr>
        <p:xfrm>
          <a:off x="1917886" y="2649660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14096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772291"/>
              </p:ext>
            </p:extLst>
          </p:nvPr>
        </p:nvGraphicFramePr>
        <p:xfrm>
          <a:off x="2604277" y="1962499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735137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1825697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292494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182176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688537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55679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77520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63691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779075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224386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192593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1825697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551497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140968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45050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322637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422629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46800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88879" y="6046800"/>
            <a:ext cx="233750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914559" y="572339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88879" y="5860558"/>
            <a:ext cx="233750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541506"/>
            <a:ext cx="452615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914559" y="6035000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914559" y="5404346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46800"/>
            <a:ext cx="452615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127951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A1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427355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h-1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99190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46925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46800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>
            <a:off x="2418520" y="5306328"/>
            <a:ext cx="281269" cy="138896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914484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A0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93417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60558"/>
            <a:ext cx="452615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4356291" y="4224892"/>
            <a:ext cx="1079805" cy="356236"/>
          </a:xfrm>
          <a:prstGeom prst="wedgeRoundRectCallout">
            <a:avLst>
              <a:gd name="adj1" fmla="val 63247"/>
              <a:gd name="adj2" fmla="val -336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71319" y="2636747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020507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B6A6983-A428-5828-1191-4BD17EBCD169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 rot="16200000" flipH="1">
            <a:off x="5436613" y="3952954"/>
            <a:ext cx="341421" cy="2873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933D1083-A6D0-C3D1-E9A2-6B81497095B8}"/>
              </a:ext>
            </a:extLst>
          </p:cNvPr>
          <p:cNvGrpSpPr/>
          <p:nvPr/>
        </p:nvGrpSpPr>
        <p:grpSpPr>
          <a:xfrm>
            <a:off x="5508104" y="4077072"/>
            <a:ext cx="720080" cy="898004"/>
            <a:chOff x="5652120" y="4259188"/>
            <a:chExt cx="720080" cy="898004"/>
          </a:xfrm>
        </p:grpSpPr>
        <p:sp>
          <p:nvSpPr>
            <p:cNvPr id="46" name="文字方塊 45">
              <a:extLst>
                <a:ext uri="{FF2B5EF4-FFF2-40B4-BE49-F238E27FC236}">
                  <a16:creationId xmlns:a16="http://schemas.microsoft.com/office/drawing/2014/main" id="{BC1C481B-F75F-26CC-D936-72C1D2D9564C}"/>
                </a:ext>
              </a:extLst>
            </p:cNvPr>
            <p:cNvSpPr txBox="1"/>
            <p:nvPr/>
          </p:nvSpPr>
          <p:spPr>
            <a:xfrm>
              <a:off x="5652120" y="4699882"/>
              <a:ext cx="171771" cy="220483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</a:t>
              </a:r>
              <a:endParaRPr lang="zh-TW" altLang="en-US" sz="1200" b="1" baseline="-25000" dirty="0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A8B9D399-18EA-2438-0644-69D112C1EAFB}"/>
                </a:ext>
              </a:extLst>
            </p:cNvPr>
            <p:cNvSpPr/>
            <p:nvPr/>
          </p:nvSpPr>
          <p:spPr>
            <a:xfrm>
              <a:off x="5824923" y="4448353"/>
              <a:ext cx="547277" cy="70883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4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</a:t>
              </a:r>
              <a:endPara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8754F19F-3CB2-C8C7-CD09-C9D9C6962E05}"/>
                </a:ext>
              </a:extLst>
            </p:cNvPr>
            <p:cNvSpPr/>
            <p:nvPr/>
          </p:nvSpPr>
          <p:spPr>
            <a:xfrm>
              <a:off x="5837718" y="4449479"/>
              <a:ext cx="114638" cy="707713"/>
            </a:xfrm>
            <a:prstGeom prst="rect">
              <a:avLst/>
            </a:prstGeom>
            <a:solidFill>
              <a:schemeClr val="accent6">
                <a:lumMod val="40000"/>
                <a:lumOff val="60000"/>
                <a:alpha val="20000"/>
              </a:schemeClr>
            </a:solidFill>
            <a:ln w="15875">
              <a:solidFill>
                <a:schemeClr val="accent6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endPara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CE0AE20F-63C4-0DB4-012F-885E957120E2}"/>
                </a:ext>
              </a:extLst>
            </p:cNvPr>
            <p:cNvSpPr txBox="1"/>
            <p:nvPr/>
          </p:nvSpPr>
          <p:spPr>
            <a:xfrm>
              <a:off x="5776434" y="4510409"/>
              <a:ext cx="238841" cy="12733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</a:rPr>
                <a:t>d</a:t>
              </a:r>
              <a:r>
                <a:rPr lang="en-US" altLang="zh-TW" sz="1200" b="1" baseline="-25000" dirty="0">
                  <a:solidFill>
                    <a:schemeClr val="accent6">
                      <a:lumMod val="75000"/>
                    </a:schemeClr>
                  </a:solidFill>
                </a:rPr>
                <a:t>h</a:t>
              </a:r>
              <a:endParaRPr lang="zh-TW" altLang="en-US" sz="1200" b="1" dirty="0"/>
            </a:p>
          </p:txBody>
        </p:sp>
        <p:sp>
          <p:nvSpPr>
            <p:cNvPr id="48" name="文字方塊 47">
              <a:extLst>
                <a:ext uri="{FF2B5EF4-FFF2-40B4-BE49-F238E27FC236}">
                  <a16:creationId xmlns:a16="http://schemas.microsoft.com/office/drawing/2014/main" id="{9317D5D7-B142-A685-7C9E-D51FCF2A63B0}"/>
                </a:ext>
              </a:extLst>
            </p:cNvPr>
            <p:cNvSpPr txBox="1"/>
            <p:nvPr/>
          </p:nvSpPr>
          <p:spPr>
            <a:xfrm>
              <a:off x="5941170" y="4259188"/>
              <a:ext cx="320922" cy="17792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dirty="0"/>
                <a:t>d</a:t>
              </a:r>
              <a:r>
                <a:rPr lang="en-US" altLang="zh-TW" sz="1200" baseline="-25000" dirty="0"/>
                <a:t>h</a:t>
              </a: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新細明體" panose="02020500000000000000" pitchFamily="18" charset="-120"/>
                  <a:cs typeface="+mn-cs"/>
                </a:rPr>
                <a:t>*h</a:t>
              </a:r>
              <a:endParaRPr lang="zh-TW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ECB9362-47AC-92FE-6132-5E4F16401CE0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73C0A1C-D86B-E5DA-F4C2-2EEF067D3AB5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7328E1EF-A3A3-C565-2EC7-A05F3C377990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075613A-8F76-540B-A9F5-8D3BD49897D1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74AAF17-08E3-E85E-4388-3CF2AEDEC8E0}"/>
              </a:ext>
            </a:extLst>
          </p:cNvPr>
          <p:cNvSpPr/>
          <p:nvPr/>
        </p:nvSpPr>
        <p:spPr>
          <a:xfrm>
            <a:off x="6660232" y="2636912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051720" y="2636912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67310C-D2BD-50C1-0DF5-2DE588124790}"/>
              </a:ext>
            </a:extLst>
          </p:cNvPr>
          <p:cNvSpPr/>
          <p:nvPr/>
        </p:nvSpPr>
        <p:spPr>
          <a:xfrm>
            <a:off x="2187708" y="1772816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B53FD31-AF1B-6BEF-4852-F8B43919DF72}"/>
              </a:ext>
            </a:extLst>
          </p:cNvPr>
          <p:cNvSpPr/>
          <p:nvPr/>
        </p:nvSpPr>
        <p:spPr>
          <a:xfrm>
            <a:off x="2259716" y="198884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5AACD2-02B2-089A-985C-4736E50E6506}"/>
              </a:ext>
            </a:extLst>
          </p:cNvPr>
          <p:cNvSpPr/>
          <p:nvPr/>
        </p:nvSpPr>
        <p:spPr>
          <a:xfrm>
            <a:off x="2348745" y="235179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554917"/>
              </p:ext>
            </p:extLst>
          </p:nvPr>
        </p:nvGraphicFramePr>
        <p:xfrm>
          <a:off x="4249808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7039322" y="2715979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862087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691680" y="2636912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12900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40D287A9-03C6-4D06-1BC0-05ACDEC8393C}"/>
              </a:ext>
            </a:extLst>
          </p:cNvPr>
          <p:cNvSpPr txBox="1"/>
          <p:nvPr/>
        </p:nvSpPr>
        <p:spPr>
          <a:xfrm>
            <a:off x="1691680" y="3462897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691680" y="2060872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606531" y="212532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59632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59632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59632" y="2704562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67583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290667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49808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42713DA-7718-B9DA-96B5-42EA64DFB71B}"/>
              </a:ext>
            </a:extLst>
          </p:cNvPr>
          <p:cNvSpPr txBox="1"/>
          <p:nvPr/>
        </p:nvSpPr>
        <p:spPr>
          <a:xfrm>
            <a:off x="3906361" y="2710920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FCAF6467-2F0E-D1E8-7E85-826D0F5CC394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573746"/>
              </p:ext>
            </p:extLst>
          </p:nvPr>
        </p:nvGraphicFramePr>
        <p:xfrm>
          <a:off x="2608707" y="271473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88AA8C60-28F6-FB6E-FAB0-EE23F52E1516}"/>
              </a:ext>
            </a:extLst>
          </p:cNvPr>
          <p:cNvSpPr txBox="1"/>
          <p:nvPr/>
        </p:nvSpPr>
        <p:spPr>
          <a:xfrm>
            <a:off x="2987824" y="3820494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2C0D4A3-0879-169C-DC6D-4E54480E7AA0}"/>
              </a:ext>
            </a:extLst>
          </p:cNvPr>
          <p:cNvSpPr txBox="1"/>
          <p:nvPr/>
        </p:nvSpPr>
        <p:spPr>
          <a:xfrm>
            <a:off x="6714360" y="3125921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12944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FB84645-D6AC-4D86-A2E9-191DED146696}"/>
              </a:ext>
            </a:extLst>
          </p:cNvPr>
          <p:cNvSpPr txBox="1"/>
          <p:nvPr/>
        </p:nvSpPr>
        <p:spPr>
          <a:xfrm>
            <a:off x="3285381" y="3811653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07904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30688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ED27DA7F-4E5D-B42E-2066-0C3821411A8A}"/>
              </a:ext>
            </a:extLst>
          </p:cNvPr>
          <p:cNvGrpSpPr/>
          <p:nvPr/>
        </p:nvGrpSpPr>
        <p:grpSpPr>
          <a:xfrm>
            <a:off x="2869925" y="1556792"/>
            <a:ext cx="1018303" cy="1129282"/>
            <a:chOff x="3109697" y="1617872"/>
            <a:chExt cx="1018303" cy="1129282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DB3D77F9-695C-C37F-EB7A-CBB3C456A48D}"/>
                </a:ext>
              </a:extLst>
            </p:cNvPr>
            <p:cNvSpPr/>
            <p:nvPr/>
          </p:nvSpPr>
          <p:spPr>
            <a:xfrm rot="10800000">
              <a:off x="3358741" y="1988840"/>
              <a:ext cx="493177" cy="758314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CED117B-8B33-FB63-CC39-51CD6273DB4F}"/>
                </a:ext>
              </a:extLst>
            </p:cNvPr>
            <p:cNvSpPr txBox="1"/>
            <p:nvPr/>
          </p:nvSpPr>
          <p:spPr>
            <a:xfrm>
              <a:off x="3109697" y="1617872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64088" y="311057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51920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2818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42932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698044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80112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29741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6444208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587996" y="302274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2720B544-1ADE-8344-0687-97A43A385634}"/>
              </a:ext>
            </a:extLst>
          </p:cNvPr>
          <p:cNvSpPr txBox="1"/>
          <p:nvPr/>
        </p:nvSpPr>
        <p:spPr>
          <a:xfrm>
            <a:off x="216322" y="3754028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BDEA65CA-2B77-AAAD-7AA4-F4B8E56914C8}"/>
              </a:ext>
            </a:extLst>
          </p:cNvPr>
          <p:cNvSpPr txBox="1"/>
          <p:nvPr/>
        </p:nvSpPr>
        <p:spPr>
          <a:xfrm>
            <a:off x="784363" y="3755098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6B30739F-019F-610D-D34A-BD648B573F15}"/>
              </a:ext>
            </a:extLst>
          </p:cNvPr>
          <p:cNvSpPr txBox="1"/>
          <p:nvPr/>
        </p:nvSpPr>
        <p:spPr>
          <a:xfrm>
            <a:off x="496094" y="3755099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0D17890E-809D-3875-8968-831F10AFE729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ED7E2B53-B154-CA41-C74C-B6282BF897B8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4DD65946-B754-F6A4-5DEB-F28E79D35922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D558317D-2332-862A-666F-A658BC20E743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DDCE3A10-FC64-9B58-15BC-E7BA8685D485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BE968E1-4176-CCA9-1832-C97444F218C0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419F6FF3-400C-781D-6EFF-FBB393ECBCD1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4E24F3C-7383-0E73-B49E-056F8667235B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D4CF599F-7BA3-DD2E-6B61-DA3CF692686D}"/>
              </a:ext>
            </a:extLst>
          </p:cNvPr>
          <p:cNvSpPr/>
          <p:nvPr/>
        </p:nvSpPr>
        <p:spPr>
          <a:xfrm rot="5400000">
            <a:off x="6017552" y="2210257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560800" y="301913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249636" y="333230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F7D632E7-B637-5716-7870-69FF45BDC6B4}"/>
              </a:ext>
            </a:extLst>
          </p:cNvPr>
          <p:cNvSpPr txBox="1"/>
          <p:nvPr/>
        </p:nvSpPr>
        <p:spPr>
          <a:xfrm>
            <a:off x="6701937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7528550" y="3382130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8001706" y="3028822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604448" y="2512936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452577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639211" y="243588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AFD61BA-F63B-E589-9534-8B42A7DD896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2129733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24128" y="278960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542059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5C26082-1DCC-69F2-393B-F249260C9727}"/>
              </a:ext>
            </a:extLst>
          </p:cNvPr>
          <p:cNvSpPr txBox="1"/>
          <p:nvPr/>
        </p:nvSpPr>
        <p:spPr>
          <a:xfrm>
            <a:off x="5364088" y="1873642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1510520-6BE4-F0DE-D2F1-390E687D1215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D509260-8CFB-FED9-0D75-8F7246272E6A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955B3801-33A4-7F9A-AE60-7C0F47D62CBC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707857CD-9BE8-4B33-CB5E-CC9A7FAFE8B6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535959E1-60BA-ECC5-0D82-C9ED85A6E7BE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0C5335E5-19F6-B465-B647-534BC39B2358}"/>
              </a:ext>
            </a:extLst>
          </p:cNvPr>
          <p:cNvSpPr txBox="1"/>
          <p:nvPr/>
        </p:nvSpPr>
        <p:spPr>
          <a:xfrm>
            <a:off x="2865741" y="4107587"/>
            <a:ext cx="514298" cy="27432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Decay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Factor</a:t>
            </a:r>
            <a:endParaRPr lang="zh-TW" altLang="en-US" sz="1000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EC0F2086-D915-8ACE-8DFD-1DCFD5F0B5B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02C24D90-BBE1-C173-D009-B1100677CDDE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C1AB18D-C862-7088-B824-C315C1626CD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7F772B4D-C670-9462-A55D-14EEBA4C4A0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7C6AE2F7-BDF6-D382-5C0F-4483926F0B80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6738D6CF-0CE7-B748-17D9-943EDD55890E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CBDFDACC-AC7A-785B-C8A2-F6CEA2681B4B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14D07F4E-5FB6-BDD1-7B95-06E6E0E02859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1DF382DA-6569-C91F-D690-A8C6D8A94767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30C6F9B-522A-FB6B-2E8E-F756A5B71FD5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811BE9C8-8C20-EB6E-E4BF-0103A1512D5E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92986227-3834-83C1-D1D2-6D83A4EDFE46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571AD200-F8CD-396B-B0A7-F45C6C01A16A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0CA5716-ABFE-391B-39D1-CF2E391ADF22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FEEE927-0517-0AE0-9F73-A0A85793D764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B74D2188-0F19-DF64-C329-2A808B2D0AA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B4006AA-6697-530D-18BF-D1803EF4D37A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8A8B3B7-E3F6-B303-4F09-513C37E7C8B6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21779A3-8496-E6FC-36AF-8670B65F48D1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889345C5-2C05-B6E5-B93E-90E9864DE35C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3254210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AB49609-D5C5-6E57-8FA9-14CC4A001C1D}"/>
              </a:ext>
            </a:extLst>
          </p:cNvPr>
          <p:cNvSpPr txBox="1"/>
          <p:nvPr/>
        </p:nvSpPr>
        <p:spPr>
          <a:xfrm>
            <a:off x="7380312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97FE7F8F-CB61-F772-2AA9-C4CBE7A5870A}"/>
              </a:ext>
            </a:extLst>
          </p:cNvPr>
          <p:cNvSpPr txBox="1"/>
          <p:nvPr/>
        </p:nvSpPr>
        <p:spPr>
          <a:xfrm>
            <a:off x="4623181" y="3820494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E16179F0-64FD-DEA9-7DB7-07982800695B}"/>
              </a:ext>
            </a:extLst>
          </p:cNvPr>
          <p:cNvSpPr txBox="1"/>
          <p:nvPr/>
        </p:nvSpPr>
        <p:spPr>
          <a:xfrm>
            <a:off x="4911168" y="3811653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88808CFD-1352-9DD9-068B-1CC547CA6E82}"/>
              </a:ext>
            </a:extLst>
          </p:cNvPr>
          <p:cNvSpPr txBox="1"/>
          <p:nvPr/>
        </p:nvSpPr>
        <p:spPr>
          <a:xfrm>
            <a:off x="4499992" y="4162792"/>
            <a:ext cx="514298" cy="27432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Delta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Learning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Rate</a:t>
            </a:r>
            <a:endParaRPr lang="zh-TW" altLang="en-US" sz="1000" dirty="0"/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D437-3C76-C591-7CF1-841A2C28F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5C8EE5EC-B4ED-842F-54A5-CAADA1D614FD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CE50E8F-18BC-4A99-0A80-95D96FBD9B47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A1AF868A-49A7-0B57-4D73-B2F7F6E3F6EB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62AE3943-39B4-0D20-4C61-371210C77652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B8FF37-3AB9-9F66-BED3-D1FD580A06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Chunkwise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Mechanism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D208872-97A7-7D68-2132-2E106E847313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Inter-chuck</a:t>
            </a:r>
            <a:r>
              <a:rPr lang="en-US" altLang="zh-TW" sz="1600" dirty="0"/>
              <a:t>: ..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3416AFE7-17ED-C0CC-E006-21FD81852D4E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8116506C-1ECA-9909-8924-1CB967069F0F}"/>
              </a:ext>
            </a:extLst>
          </p:cNvPr>
          <p:cNvSpPr/>
          <p:nvPr/>
        </p:nvSpPr>
        <p:spPr>
          <a:xfrm>
            <a:off x="910308" y="2297527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D9326B5-BC1E-1F9A-5224-0C52D7CD359E}"/>
              </a:ext>
            </a:extLst>
          </p:cNvPr>
          <p:cNvSpPr txBox="1"/>
          <p:nvPr/>
        </p:nvSpPr>
        <p:spPr>
          <a:xfrm>
            <a:off x="936810" y="2132856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F74C320-0F4F-CC93-2437-A43B0EFCEF3D}"/>
              </a:ext>
            </a:extLst>
          </p:cNvPr>
          <p:cNvSpPr/>
          <p:nvPr/>
        </p:nvSpPr>
        <p:spPr>
          <a:xfrm>
            <a:off x="914072" y="270548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E46D75E7-9677-E4C5-C4DB-3F03B99B3957}"/>
              </a:ext>
            </a:extLst>
          </p:cNvPr>
          <p:cNvSpPr txBox="1"/>
          <p:nvPr/>
        </p:nvSpPr>
        <p:spPr>
          <a:xfrm>
            <a:off x="1096982" y="263691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BD927372-E06E-B1E4-0159-93AE14B01E67}"/>
              </a:ext>
            </a:extLst>
          </p:cNvPr>
          <p:cNvSpPr/>
          <p:nvPr/>
        </p:nvSpPr>
        <p:spPr>
          <a:xfrm>
            <a:off x="703374" y="2723767"/>
            <a:ext cx="144016" cy="345194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7AB32BC-B29A-1F4D-7982-C71274276360}"/>
              </a:ext>
            </a:extLst>
          </p:cNvPr>
          <p:cNvSpPr txBox="1"/>
          <p:nvPr/>
        </p:nvSpPr>
        <p:spPr>
          <a:xfrm>
            <a:off x="586483" y="2786585"/>
            <a:ext cx="108012" cy="195509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c</a:t>
            </a:r>
            <a:endParaRPr lang="zh-TW" altLang="en-US" sz="1400" b="1" dirty="0">
              <a:solidFill>
                <a:schemeClr val="accent2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F278D05-1E42-D60F-69F9-93A578F46EFD}"/>
              </a:ext>
            </a:extLst>
          </p:cNvPr>
          <p:cNvSpPr txBox="1"/>
          <p:nvPr/>
        </p:nvSpPr>
        <p:spPr>
          <a:xfrm>
            <a:off x="888424" y="3593255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76CE8D1-47AB-1033-6F33-6C6767AEE9ED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876256-578A-3C04-334E-64B4FF21DBC2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4664F800-3950-0BC7-C1B9-F3F981D06D1E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B9682FA-100A-D008-1D69-B394B854A297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F0705B5F-B936-B184-1971-A5099C6922C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6443B15-FAC4-0EB6-6087-6C7A493EC840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0292509-BD7D-1EB0-7084-DD74459ECB0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2831F-9053-2F14-7907-E542F9ACB97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AE298AA8-3E41-8E79-605D-A9A1FDF8C15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A3EC63F-FAC1-FD80-EA79-E95902906D8C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4B560591-AEB2-ED93-A84F-608A8B872C47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4A2EEC93-F90B-3F66-E578-B88B34E63EEF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2A5512E9-BDF4-8003-1990-643C5AB4CE4F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9D9F04C7-F83B-86BA-D248-553EECE2E3AB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68821E0C-E34E-3598-D560-1A42FC6735D2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B228F63D-6B6C-31B2-F544-85CFC2F3308C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F1C30F33-2B7B-368A-0E57-8C30E74C7B3F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6C2B70E-97E2-BADD-161A-3E711F967DB3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DCB25AA-2849-AD90-5BF1-64B77915B99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68ED41B-2352-6E16-9085-E0FCE3CBB671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0A9DC567-1935-C37A-26DF-16331489FAD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1722E73-9C71-51AA-EB3E-8B190B5FC766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E8C9AE7-866E-3929-C541-3D4DA8C659DC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96DEBC7-D7DB-F5E2-299A-3E2EAED6E06F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48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E86E3C5C-8996-AEA0-1053-892AE6ECC2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D745DF39-7E09-05BD-A97A-E468243E724E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/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blipFill>
                <a:blip r:embed="rId3"/>
                <a:stretch>
                  <a:fillRect l="-4348" t="-9449" r="-97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/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blipFill>
                <a:blip r:embed="rId5"/>
                <a:stretch>
                  <a:fillRect l="-2302" t="-152941" r="-512" b="-2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/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blipFill>
                <a:blip r:embed="rId6"/>
                <a:stretch>
                  <a:fillRect l="-1395" t="-128947" b="-197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8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矩形 41">
            <a:extLst>
              <a:ext uri="{FF2B5EF4-FFF2-40B4-BE49-F238E27FC236}">
                <a16:creationId xmlns:a16="http://schemas.microsoft.com/office/drawing/2014/main" id="{7BB58FC8-2AE0-E996-2872-D8CF5B30E2C9}"/>
              </a:ext>
            </a:extLst>
          </p:cNvPr>
          <p:cNvSpPr/>
          <p:nvPr/>
        </p:nvSpPr>
        <p:spPr>
          <a:xfrm>
            <a:off x="4470216" y="108910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Linear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724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63B74FCF-AF97-DC5E-D9B0-234CBF97545B}"/>
              </a:ext>
            </a:extLst>
          </p:cNvPr>
          <p:cNvSpPr/>
          <p:nvPr/>
        </p:nvSpPr>
        <p:spPr>
          <a:xfrm>
            <a:off x="358318" y="382039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/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 </a:t>
                </a:r>
              </a:p>
              <a:p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blipFill>
                <a:blip r:embed="rId14"/>
                <a:stretch>
                  <a:fillRect l="-1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358318" y="261402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blipFill>
                <a:blip r:embed="rId15"/>
                <a:stretch>
                  <a:fillRect l="-1639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358318" y="200831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blipFill>
                <a:blip r:embed="rId16"/>
                <a:stretch>
                  <a:fillRect l="-2914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421618EA-E23F-597C-4315-0DE47907302C}"/>
              </a:ext>
            </a:extLst>
          </p:cNvPr>
          <p:cNvSpPr txBox="1"/>
          <p:nvPr/>
        </p:nvSpPr>
        <p:spPr>
          <a:xfrm>
            <a:off x="624334" y="5220677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43024795-1B49-F8CA-DC9C-E923FF81172F}"/>
              </a:ext>
            </a:extLst>
          </p:cNvPr>
          <p:cNvSpPr/>
          <p:nvPr/>
        </p:nvSpPr>
        <p:spPr>
          <a:xfrm>
            <a:off x="4922947" y="1061573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4E7BBFC-ABD4-06EA-EEC5-DAB46D96FABB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977936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7B9A54F6-4FD0-79AA-6542-250A5B5C6871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977936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D8A6B19F-45EB-4B34-F3E8-35CF70DA554C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63B0DAA5-179D-B064-F537-182C02D502C2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977936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7B6B8DC2-6967-3428-B12D-53213CB5B5E1}"/>
              </a:ext>
            </a:extLst>
          </p:cNvPr>
          <p:cNvSpPr txBox="1"/>
          <p:nvPr/>
        </p:nvSpPr>
        <p:spPr>
          <a:xfrm>
            <a:off x="5564866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FB4F86A-E845-94F8-1095-9B76D1991D30}"/>
              </a:ext>
            </a:extLst>
          </p:cNvPr>
          <p:cNvSpPr txBox="1"/>
          <p:nvPr/>
        </p:nvSpPr>
        <p:spPr>
          <a:xfrm>
            <a:off x="6487820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59F2D407-5119-5106-0DF4-A127104612CA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D27E4714-6025-F09E-44AE-4599E40CEF9E}"/>
              </a:ext>
            </a:extLst>
          </p:cNvPr>
          <p:cNvSpPr txBox="1"/>
          <p:nvPr/>
        </p:nvSpPr>
        <p:spPr>
          <a:xfrm>
            <a:off x="7236106" y="3594533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D92E0363-864D-D47A-CA86-8BE61A99F8C8}"/>
              </a:ext>
            </a:extLst>
          </p:cNvPr>
          <p:cNvSpPr txBox="1"/>
          <p:nvPr/>
        </p:nvSpPr>
        <p:spPr>
          <a:xfrm>
            <a:off x="7071668" y="4595021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F5B20E6-07D2-7A85-8C2F-7B28AABD8E53}"/>
              </a:ext>
            </a:extLst>
          </p:cNvPr>
          <p:cNvSpPr/>
          <p:nvPr/>
        </p:nvSpPr>
        <p:spPr>
          <a:xfrm>
            <a:off x="1361337" y="2918915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5D7BCD32-3F7E-BC50-E4A9-A6C932E0433B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173101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0E6E438E-1757-F601-6A1C-AB92EA40F62B}"/>
              </a:ext>
            </a:extLst>
          </p:cNvPr>
          <p:cNvSpPr txBox="1"/>
          <p:nvPr/>
        </p:nvSpPr>
        <p:spPr>
          <a:xfrm>
            <a:off x="1557145" y="3636763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F9A414C-F460-2777-2926-ADAFA659E7CF}"/>
              </a:ext>
            </a:extLst>
          </p:cNvPr>
          <p:cNvSpPr txBox="1"/>
          <p:nvPr/>
        </p:nvSpPr>
        <p:spPr>
          <a:xfrm>
            <a:off x="2427914" y="287177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F8B39949-5A19-0185-2B92-D7AAC4962835}"/>
              </a:ext>
            </a:extLst>
          </p:cNvPr>
          <p:cNvSpPr txBox="1"/>
          <p:nvPr/>
        </p:nvSpPr>
        <p:spPr>
          <a:xfrm>
            <a:off x="3368927" y="3594533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D4F096A-16D2-262F-8303-30FE8C655B84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965711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279AF4D-44E9-E876-92DE-614C6F1A73EC}"/>
                  </a:ext>
                </a:extLst>
              </p:cNvPr>
              <p:cNvSpPr txBox="1"/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24D931-E60A-7A9B-6439-31E9EC464C68}"/>
              </a:ext>
            </a:extLst>
          </p:cNvPr>
          <p:cNvSpPr/>
          <p:nvPr/>
        </p:nvSpPr>
        <p:spPr>
          <a:xfrm>
            <a:off x="5912276" y="1168084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F97508-AFF7-3FC8-0E03-71E4BE4AAAF7}"/>
              </a:ext>
            </a:extLst>
          </p:cNvPr>
          <p:cNvSpPr/>
          <p:nvPr/>
        </p:nvSpPr>
        <p:spPr>
          <a:xfrm>
            <a:off x="4496619" y="116953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CF9EFD0-116F-968F-16BC-59AC0DFA61C2}"/>
              </a:ext>
            </a:extLst>
          </p:cNvPr>
          <p:cNvSpPr/>
          <p:nvPr/>
        </p:nvSpPr>
        <p:spPr>
          <a:xfrm rot="16200000">
            <a:off x="4711802" y="1296302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85724FC-6B8C-F3BE-F37B-69006A03B145}"/>
              </a:ext>
            </a:extLst>
          </p:cNvPr>
          <p:cNvSpPr txBox="1"/>
          <p:nvPr/>
        </p:nvSpPr>
        <p:spPr>
          <a:xfrm>
            <a:off x="4755700" y="1786998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92C14780-BC77-0AE7-0EE5-C78E7809E8E1}"/>
              </a:ext>
            </a:extLst>
          </p:cNvPr>
          <p:cNvGrpSpPr/>
          <p:nvPr/>
        </p:nvGrpSpPr>
        <p:grpSpPr>
          <a:xfrm>
            <a:off x="251520" y="3048749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8F16335-DDBA-6D42-427C-FB84A5BBB7BC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84A2FE4F-885D-5C78-B8FE-D01E2AAAF5DD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FF4213BA-5F14-2632-D69F-C1A9CB345F6F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7EDD716-54DA-9401-7DC0-9870ABE4CDCB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25E9CE2F-C392-C326-4507-175CBBEE3A7A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CACF03F-C9D7-A60B-F9C3-3A940126DF5D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EAACD624-83C6-8560-EB01-D60F2A19BC5E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343CE93A-F327-5EFA-EFCA-5BAF9B822C46}"/>
              </a:ext>
            </a:extLst>
          </p:cNvPr>
          <p:cNvGrpSpPr/>
          <p:nvPr/>
        </p:nvGrpSpPr>
        <p:grpSpPr>
          <a:xfrm>
            <a:off x="1187624" y="1732941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0DA5F31-3E92-282F-C705-CC9542B06DFB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F94E9D5C-95CB-7223-C775-BC7A9BD24924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39CE8C12-41FB-C468-9B1B-22186AB922CC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26A41CD-E9EC-1E34-3327-7355F8730879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908C5C76-1AE3-4003-BADF-78FA826F6D98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93FE445-1A11-33CD-506F-D0722BDE1109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8DC1E639-4799-AF02-7456-B780926BF935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FD76CD48-2953-8536-DA51-7EA162BEE0FC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143017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AFFAEDA9-D3DD-13EC-98BD-838C50AF3ECE}"/>
              </a:ext>
            </a:extLst>
          </p:cNvPr>
          <p:cNvGrpSpPr/>
          <p:nvPr/>
        </p:nvGrpSpPr>
        <p:grpSpPr>
          <a:xfrm>
            <a:off x="4572000" y="2996866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82D3F6B-5D5E-F0D0-C150-CFE726891CF4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AB74863-AFFD-679D-79F0-6E94F868CC39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1711B63-1351-3EA0-841F-5494FD8B4196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E86CD439-6E7E-3A13-28C9-41FAB9AD8EF5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6CAB1D5-711A-1B92-3854-31167D7A6BA4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6696E25-0D5C-DA18-B81D-342ACF5CC292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75A8A48B-5129-B12B-B550-6F9BF06C7C5D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C16B346B-5583-255B-F94C-E43535D6770D}"/>
              </a:ext>
            </a:extLst>
          </p:cNvPr>
          <p:cNvSpPr/>
          <p:nvPr/>
        </p:nvSpPr>
        <p:spPr>
          <a:xfrm rot="16200000" flipH="1">
            <a:off x="5219676" y="-446536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E5BE4C2C-472D-C6E9-4122-FF74F1260747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448557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8547364E-1A75-0B2D-5C8E-C7FE92DFEA22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398922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4D71AA94-D081-D06B-6FAB-57F56363324D}"/>
              </a:ext>
            </a:extLst>
          </p:cNvPr>
          <p:cNvSpPr/>
          <p:nvPr/>
        </p:nvSpPr>
        <p:spPr>
          <a:xfrm>
            <a:off x="4994955" y="1167652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1B4C9A2-3CB2-3926-3319-000DC0CFE875}"/>
              </a:ext>
            </a:extLst>
          </p:cNvPr>
          <p:cNvSpPr txBox="1"/>
          <p:nvPr/>
        </p:nvSpPr>
        <p:spPr>
          <a:xfrm>
            <a:off x="5604163" y="1292746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B3D52F1B-810F-827B-09A2-67BDE173146D}"/>
              </a:ext>
            </a:extLst>
          </p:cNvPr>
          <p:cNvSpPr txBox="1"/>
          <p:nvPr/>
        </p:nvSpPr>
        <p:spPr>
          <a:xfrm>
            <a:off x="6499408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C23648CC-452B-1F78-96C5-33C7A929135D}"/>
              </a:ext>
            </a:extLst>
          </p:cNvPr>
          <p:cNvSpPr txBox="1"/>
          <p:nvPr/>
        </p:nvSpPr>
        <p:spPr>
          <a:xfrm>
            <a:off x="7519299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E0E710BA-3AEB-6000-F08C-C5CC46645F8C}"/>
              </a:ext>
            </a:extLst>
          </p:cNvPr>
          <p:cNvSpPr txBox="1"/>
          <p:nvPr/>
        </p:nvSpPr>
        <p:spPr>
          <a:xfrm>
            <a:off x="8244408" y="29939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98D7E2-DC47-4D14-D5F5-71B23512629F}"/>
              </a:ext>
            </a:extLst>
          </p:cNvPr>
          <p:cNvSpPr/>
          <p:nvPr/>
        </p:nvSpPr>
        <p:spPr>
          <a:xfrm>
            <a:off x="8244408" y="31731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027BEF1A-D79E-40E4-EEC3-36B9041D0AEA}"/>
              </a:ext>
            </a:extLst>
          </p:cNvPr>
          <p:cNvSpPr/>
          <p:nvPr/>
        </p:nvSpPr>
        <p:spPr>
          <a:xfrm>
            <a:off x="6101687" y="814681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4E2AB1B7-F42B-545F-FC92-FB57F9DC05CB}"/>
              </a:ext>
            </a:extLst>
          </p:cNvPr>
          <p:cNvSpPr txBox="1"/>
          <p:nvPr/>
        </p:nvSpPr>
        <p:spPr>
          <a:xfrm>
            <a:off x="8462862" y="331652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9779FA-32DA-61E1-0269-C1C3D97DDEA9}"/>
              </a:ext>
            </a:extLst>
          </p:cNvPr>
          <p:cNvSpPr txBox="1"/>
          <p:nvPr/>
        </p:nvSpPr>
        <p:spPr>
          <a:xfrm rot="5400000">
            <a:off x="171159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5F94E-C733-38BA-379B-5CE8F9B93792}"/>
              </a:ext>
            </a:extLst>
          </p:cNvPr>
          <p:cNvSpPr txBox="1"/>
          <p:nvPr/>
        </p:nvSpPr>
        <p:spPr>
          <a:xfrm rot="5400000">
            <a:off x="7479834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642681D-3656-C959-B474-9C236ACB55A3}"/>
              </a:ext>
            </a:extLst>
          </p:cNvPr>
          <p:cNvSpPr txBox="1"/>
          <p:nvPr/>
        </p:nvSpPr>
        <p:spPr>
          <a:xfrm>
            <a:off x="1684299" y="238101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3952</TotalTime>
  <Words>1377</Words>
  <Application>Microsoft Office PowerPoint</Application>
  <PresentationFormat>如螢幕大小 (4:3)</PresentationFormat>
  <Paragraphs>747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7" baseType="lpstr">
      <vt:lpstr>Noto Sans HK</vt:lpstr>
      <vt:lpstr>微軟正黑體</vt:lpstr>
      <vt:lpstr>新細明體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2016</cp:revision>
  <cp:lastPrinted>2024-07-30T01:44:15Z</cp:lastPrinted>
  <dcterms:created xsi:type="dcterms:W3CDTF">2019-11-08T03:01:47Z</dcterms:created>
  <dcterms:modified xsi:type="dcterms:W3CDTF">2026-10-07T09:28:18Z</dcterms:modified>
</cp:coreProperties>
</file>