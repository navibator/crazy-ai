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515" r:id="rId12"/>
    <p:sldId id="3512" r:id="rId13"/>
    <p:sldId id="3508" r:id="rId14"/>
    <p:sldId id="3505" r:id="rId15"/>
    <p:sldId id="3514" r:id="rId16"/>
    <p:sldId id="3482" r:id="rId17"/>
    <p:sldId id="3489" r:id="rId18"/>
    <p:sldId id="3495" r:id="rId19"/>
    <p:sldId id="3503" r:id="rId20"/>
    <p:sldId id="3460" r:id="rId21"/>
    <p:sldId id="3504" r:id="rId22"/>
    <p:sldId id="257" r:id="rId23"/>
    <p:sldId id="265" r:id="rId2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5"/>
            <p14:sldId id="3512"/>
            <p14:sldId id="3508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80529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5A63-1F05-BE35-5E13-B3A3999C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46AC000-B44B-7302-0955-04C9F1765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1B94F7D-E714-7BBA-99A5-DED233F44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2914AF-2576-0CFB-E0DF-B86101C5A9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178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5" Type="http://schemas.openxmlformats.org/officeDocument/2006/relationships/image" Target="../media/image23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5243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QAD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(Quantization-Aware Distillation)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(LoRA, QLoRA, DoRA)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LangGraph, 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Runtime</a:t>
                      </a: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22079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Token</a:t>
              </a:r>
              <a:endPara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072574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072574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A73F4B-F6D5-D6A8-3D63-B5B2B052D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4928086E-C57B-CFD8-E24B-4BEE16E549AE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1C7F93-BED0-BD63-3058-B9779172DA6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FE2DAF5-F4B3-4E3C-D9A4-186F750E2771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7CB97D8A-008F-A17E-ABCD-A5F03CC103EE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2168BB19-0CE7-C14B-A0E9-DE6B080FA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976AB3B6-6FB0-A420-1C88-B1C5B9652D4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F55F07FA-0178-637C-C21A-E7E010B31F8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3" name="右大括弧 82">
            <a:extLst>
              <a:ext uri="{FF2B5EF4-FFF2-40B4-BE49-F238E27FC236}">
                <a16:creationId xmlns:a16="http://schemas.microsoft.com/office/drawing/2014/main" id="{78E195F4-AC8C-9656-0261-19089CDFC37A}"/>
              </a:ext>
            </a:extLst>
          </p:cNvPr>
          <p:cNvSpPr/>
          <p:nvPr/>
        </p:nvSpPr>
        <p:spPr>
          <a:xfrm rot="5400000">
            <a:off x="4896673" y="3475067"/>
            <a:ext cx="174616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5" name="標題 1">
            <a:extLst>
              <a:ext uri="{FF2B5EF4-FFF2-40B4-BE49-F238E27FC236}">
                <a16:creationId xmlns:a16="http://schemas.microsoft.com/office/drawing/2014/main" id="{E9A03960-058B-2CB8-2C60-45E910202458}"/>
              </a:ext>
            </a:extLst>
          </p:cNvPr>
          <p:cNvSpPr txBox="1">
            <a:spLocks/>
          </p:cNvSpPr>
          <p:nvPr/>
        </p:nvSpPr>
        <p:spPr>
          <a:xfrm>
            <a:off x="4046601" y="3790008"/>
            <a:ext cx="496133" cy="225143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Full-FT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4B59C877-B523-3595-7DC8-BF6CE185AA2E}"/>
              </a:ext>
            </a:extLst>
          </p:cNvPr>
          <p:cNvSpPr/>
          <p:nvPr/>
        </p:nvSpPr>
        <p:spPr>
          <a:xfrm>
            <a:off x="2471724" y="217179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6893B6E1-7D78-7FC0-5CF9-80CE7CCC3F9D}"/>
              </a:ext>
            </a:extLst>
          </p:cNvPr>
          <p:cNvSpPr txBox="1"/>
          <p:nvPr/>
        </p:nvSpPr>
        <p:spPr>
          <a:xfrm>
            <a:off x="2539118" y="223552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2AEDE1F3-B28E-D40E-7AAE-184448BD5887}"/>
              </a:ext>
            </a:extLst>
          </p:cNvPr>
          <p:cNvSpPr txBox="1"/>
          <p:nvPr/>
        </p:nvSpPr>
        <p:spPr>
          <a:xfrm>
            <a:off x="2539118" y="270696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33D1A3B3-6E0C-56F1-303D-64C258B2A34D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864664"/>
            <a:ext cx="2" cy="3708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9D3BDDE6-9F86-9B08-A3E0-E1B6FEF50B9B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307782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08F38121-E97B-5C72-59F8-584A1DACE066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AC6F89D-9DDE-C6B1-B8D4-091FD6E91DE4}"/>
              </a:ext>
            </a:extLst>
          </p:cNvPr>
          <p:cNvSpPr txBox="1"/>
          <p:nvPr/>
        </p:nvSpPr>
        <p:spPr>
          <a:xfrm>
            <a:off x="2651259" y="329872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CAA15A2-2C82-7EC5-D818-A6325C0C4EB8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4EEBD5D0-F0A5-4D13-81E1-6F52D5F64607}"/>
              </a:ext>
            </a:extLst>
          </p:cNvPr>
          <p:cNvSpPr txBox="1"/>
          <p:nvPr/>
        </p:nvSpPr>
        <p:spPr>
          <a:xfrm>
            <a:off x="2539118" y="1486748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cxnSp>
        <p:nvCxnSpPr>
          <p:cNvPr id="144" name="接點: 肘形 143">
            <a:extLst>
              <a:ext uri="{FF2B5EF4-FFF2-40B4-BE49-F238E27FC236}">
                <a16:creationId xmlns:a16="http://schemas.microsoft.com/office/drawing/2014/main" id="{93F4892F-BD86-06A2-4D59-865B71745F2D}"/>
              </a:ext>
            </a:extLst>
          </p:cNvPr>
          <p:cNvCxnSpPr>
            <a:cxnSpLocks/>
            <a:stCxn id="139" idx="3"/>
            <a:endCxn id="135" idx="3"/>
          </p:cNvCxnSpPr>
          <p:nvPr/>
        </p:nvCxnSpPr>
        <p:spPr>
          <a:xfrm>
            <a:off x="3470701" y="1675706"/>
            <a:ext cx="108652" cy="950562"/>
          </a:xfrm>
          <a:prstGeom prst="bentConnector3">
            <a:avLst>
              <a:gd name="adj1" fmla="val 310396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418D1EB1-3D02-619E-CCD1-EFA2AFDEA83D}"/>
              </a:ext>
            </a:extLst>
          </p:cNvPr>
          <p:cNvCxnSpPr>
            <a:cxnSpLocks/>
            <a:stCxn id="137" idx="3"/>
            <a:endCxn id="379" idx="3"/>
          </p:cNvCxnSpPr>
          <p:nvPr/>
        </p:nvCxnSpPr>
        <p:spPr>
          <a:xfrm>
            <a:off x="1606488" y="1320066"/>
            <a:ext cx="272973" cy="1246657"/>
          </a:xfrm>
          <a:prstGeom prst="bentConnector3">
            <a:avLst>
              <a:gd name="adj1" fmla="val 14865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矩形: 圓角 230">
            <a:extLst>
              <a:ext uri="{FF2B5EF4-FFF2-40B4-BE49-F238E27FC236}">
                <a16:creationId xmlns:a16="http://schemas.microsoft.com/office/drawing/2014/main" id="{A2518113-6553-AA3F-2F21-6672C01DB5A5}"/>
              </a:ext>
            </a:extLst>
          </p:cNvPr>
          <p:cNvSpPr/>
          <p:nvPr/>
        </p:nvSpPr>
        <p:spPr>
          <a:xfrm>
            <a:off x="3967587" y="217179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2" name="文字方塊 231">
            <a:extLst>
              <a:ext uri="{FF2B5EF4-FFF2-40B4-BE49-F238E27FC236}">
                <a16:creationId xmlns:a16="http://schemas.microsoft.com/office/drawing/2014/main" id="{8238E81A-BF63-7018-BB35-37510B2097A2}"/>
              </a:ext>
            </a:extLst>
          </p:cNvPr>
          <p:cNvSpPr txBox="1"/>
          <p:nvPr/>
        </p:nvSpPr>
        <p:spPr>
          <a:xfrm>
            <a:off x="4034981" y="223552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D8AA9854-6650-14F6-7194-1F2BA46C15AA}"/>
              </a:ext>
            </a:extLst>
          </p:cNvPr>
          <p:cNvSpPr txBox="1"/>
          <p:nvPr/>
        </p:nvSpPr>
        <p:spPr>
          <a:xfrm>
            <a:off x="4034981" y="270696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4" name="直線單箭頭接點 233">
            <a:extLst>
              <a:ext uri="{FF2B5EF4-FFF2-40B4-BE49-F238E27FC236}">
                <a16:creationId xmlns:a16="http://schemas.microsoft.com/office/drawing/2014/main" id="{1CE1F568-9AF0-FDD0-8BDC-B0404C25ABFD}"/>
              </a:ext>
            </a:extLst>
          </p:cNvPr>
          <p:cNvCxnSpPr>
            <a:cxnSpLocks/>
            <a:stCxn id="232" idx="0"/>
            <a:endCxn id="238" idx="2"/>
          </p:cNvCxnSpPr>
          <p:nvPr/>
        </p:nvCxnSpPr>
        <p:spPr>
          <a:xfrm flipH="1" flipV="1">
            <a:off x="4296524" y="1874865"/>
            <a:ext cx="1" cy="3606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78555B27-050E-6D09-9209-95456926B4E8}"/>
              </a:ext>
            </a:extLst>
          </p:cNvPr>
          <p:cNvCxnSpPr>
            <a:cxnSpLocks/>
            <a:stCxn id="237" idx="0"/>
            <a:endCxn id="233" idx="2"/>
          </p:cNvCxnSpPr>
          <p:nvPr/>
        </p:nvCxnSpPr>
        <p:spPr>
          <a:xfrm flipV="1">
            <a:off x="4294668" y="307782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線單箭頭接點 235">
            <a:extLst>
              <a:ext uri="{FF2B5EF4-FFF2-40B4-BE49-F238E27FC236}">
                <a16:creationId xmlns:a16="http://schemas.microsoft.com/office/drawing/2014/main" id="{F52FCB81-009B-A3DE-6E4C-EA1C22CED224}"/>
              </a:ext>
            </a:extLst>
          </p:cNvPr>
          <p:cNvCxnSpPr>
            <a:cxnSpLocks/>
            <a:stCxn id="233" idx="0"/>
            <a:endCxn id="232" idx="2"/>
          </p:cNvCxnSpPr>
          <p:nvPr/>
        </p:nvCxnSpPr>
        <p:spPr>
          <a:xfrm flipV="1">
            <a:off x="4296525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447FA1F8-2B57-5506-DA2A-EA056337303C}"/>
              </a:ext>
            </a:extLst>
          </p:cNvPr>
          <p:cNvSpPr txBox="1"/>
          <p:nvPr/>
        </p:nvSpPr>
        <p:spPr>
          <a:xfrm>
            <a:off x="4078644" y="329872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8" name="文字方塊 237">
            <a:extLst>
              <a:ext uri="{FF2B5EF4-FFF2-40B4-BE49-F238E27FC236}">
                <a16:creationId xmlns:a16="http://schemas.microsoft.com/office/drawing/2014/main" id="{09077A5C-56B1-48A7-B132-39266F22E51F}"/>
              </a:ext>
            </a:extLst>
          </p:cNvPr>
          <p:cNvSpPr txBox="1"/>
          <p:nvPr/>
        </p:nvSpPr>
        <p:spPr>
          <a:xfrm>
            <a:off x="3899040" y="1496949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239" name="接點: 肘形 238">
            <a:extLst>
              <a:ext uri="{FF2B5EF4-FFF2-40B4-BE49-F238E27FC236}">
                <a16:creationId xmlns:a16="http://schemas.microsoft.com/office/drawing/2014/main" id="{5E43A6DC-032E-5EDA-92AE-19A6DC7665B4}"/>
              </a:ext>
            </a:extLst>
          </p:cNvPr>
          <p:cNvCxnSpPr>
            <a:cxnSpLocks/>
            <a:stCxn id="238" idx="3"/>
            <a:endCxn id="300" idx="3"/>
          </p:cNvCxnSpPr>
          <p:nvPr/>
        </p:nvCxnSpPr>
        <p:spPr>
          <a:xfrm flipH="1">
            <a:off x="4651286" y="1685907"/>
            <a:ext cx="42722" cy="943870"/>
          </a:xfrm>
          <a:prstGeom prst="bentConnector3">
            <a:avLst>
              <a:gd name="adj1" fmla="val -535087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矩形: 圓角 299">
            <a:extLst>
              <a:ext uri="{FF2B5EF4-FFF2-40B4-BE49-F238E27FC236}">
                <a16:creationId xmlns:a16="http://schemas.microsoft.com/office/drawing/2014/main" id="{71E57E49-05C6-FC3D-E7B0-E01D33C9B182}"/>
              </a:ext>
            </a:extLst>
          </p:cNvPr>
          <p:cNvSpPr/>
          <p:nvPr/>
        </p:nvSpPr>
        <p:spPr>
          <a:xfrm>
            <a:off x="3904878" y="2062812"/>
            <a:ext cx="746408" cy="1133929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3" name="矩形: 圓角 302">
            <a:extLst>
              <a:ext uri="{FF2B5EF4-FFF2-40B4-BE49-F238E27FC236}">
                <a16:creationId xmlns:a16="http://schemas.microsoft.com/office/drawing/2014/main" id="{E56FF762-98A6-05A5-C664-098F47F03575}"/>
              </a:ext>
            </a:extLst>
          </p:cNvPr>
          <p:cNvSpPr/>
          <p:nvPr/>
        </p:nvSpPr>
        <p:spPr>
          <a:xfrm>
            <a:off x="5346213" y="217082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4" name="文字方塊 303">
            <a:extLst>
              <a:ext uri="{FF2B5EF4-FFF2-40B4-BE49-F238E27FC236}">
                <a16:creationId xmlns:a16="http://schemas.microsoft.com/office/drawing/2014/main" id="{03C040A2-8548-6161-7FA9-A766B9DB7A7B}"/>
              </a:ext>
            </a:extLst>
          </p:cNvPr>
          <p:cNvSpPr txBox="1"/>
          <p:nvPr/>
        </p:nvSpPr>
        <p:spPr>
          <a:xfrm>
            <a:off x="5413607" y="223455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C44D0204-C2D8-698D-5A2F-359E1DBFD495}"/>
              </a:ext>
            </a:extLst>
          </p:cNvPr>
          <p:cNvSpPr txBox="1"/>
          <p:nvPr/>
        </p:nvSpPr>
        <p:spPr>
          <a:xfrm>
            <a:off x="5413607" y="270599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6" name="直線單箭頭接點 305">
            <a:extLst>
              <a:ext uri="{FF2B5EF4-FFF2-40B4-BE49-F238E27FC236}">
                <a16:creationId xmlns:a16="http://schemas.microsoft.com/office/drawing/2014/main" id="{BBB80449-19F8-1466-7D83-E56ADE739BB9}"/>
              </a:ext>
            </a:extLst>
          </p:cNvPr>
          <p:cNvCxnSpPr>
            <a:cxnSpLocks/>
            <a:stCxn id="304" idx="0"/>
            <a:endCxn id="310" idx="2"/>
          </p:cNvCxnSpPr>
          <p:nvPr/>
        </p:nvCxnSpPr>
        <p:spPr>
          <a:xfrm flipH="1" flipV="1">
            <a:off x="5675150" y="2134820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線單箭頭接點 306">
            <a:extLst>
              <a:ext uri="{FF2B5EF4-FFF2-40B4-BE49-F238E27FC236}">
                <a16:creationId xmlns:a16="http://schemas.microsoft.com/office/drawing/2014/main" id="{8891154A-4E2A-C42E-E97C-6967CF03D0C2}"/>
              </a:ext>
            </a:extLst>
          </p:cNvPr>
          <p:cNvCxnSpPr>
            <a:cxnSpLocks/>
            <a:stCxn id="309" idx="0"/>
            <a:endCxn id="305" idx="2"/>
          </p:cNvCxnSpPr>
          <p:nvPr/>
        </p:nvCxnSpPr>
        <p:spPr>
          <a:xfrm flipV="1">
            <a:off x="5673294" y="307685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線單箭頭接點 307">
            <a:extLst>
              <a:ext uri="{FF2B5EF4-FFF2-40B4-BE49-F238E27FC236}">
                <a16:creationId xmlns:a16="http://schemas.microsoft.com/office/drawing/2014/main" id="{664FE641-7A4B-43C0-571D-60C3357A6F56}"/>
              </a:ext>
            </a:extLst>
          </p:cNvPr>
          <p:cNvCxnSpPr>
            <a:cxnSpLocks/>
            <a:stCxn id="305" idx="0"/>
            <a:endCxn id="304" idx="2"/>
          </p:cNvCxnSpPr>
          <p:nvPr/>
        </p:nvCxnSpPr>
        <p:spPr>
          <a:xfrm flipV="1">
            <a:off x="5675151" y="260541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" name="文字方塊 308">
            <a:extLst>
              <a:ext uri="{FF2B5EF4-FFF2-40B4-BE49-F238E27FC236}">
                <a16:creationId xmlns:a16="http://schemas.microsoft.com/office/drawing/2014/main" id="{1B7EEA07-5236-B0CB-DF53-EBDAD1352252}"/>
              </a:ext>
            </a:extLst>
          </p:cNvPr>
          <p:cNvSpPr txBox="1"/>
          <p:nvPr/>
        </p:nvSpPr>
        <p:spPr>
          <a:xfrm>
            <a:off x="5457270" y="329775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86FD164C-4839-ECC6-D3B2-828B5EC3E5DA}"/>
              </a:ext>
            </a:extLst>
          </p:cNvPr>
          <p:cNvSpPr txBox="1"/>
          <p:nvPr/>
        </p:nvSpPr>
        <p:spPr>
          <a:xfrm>
            <a:off x="5277666" y="1756904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311" name="接點: 肘形 310">
            <a:extLst>
              <a:ext uri="{FF2B5EF4-FFF2-40B4-BE49-F238E27FC236}">
                <a16:creationId xmlns:a16="http://schemas.microsoft.com/office/drawing/2014/main" id="{ED60DC25-DDD7-2411-38C4-366D7CBDFF4B}"/>
              </a:ext>
            </a:extLst>
          </p:cNvPr>
          <p:cNvCxnSpPr>
            <a:cxnSpLocks/>
            <a:stCxn id="310" idx="3"/>
            <a:endCxn id="314" idx="3"/>
          </p:cNvCxnSpPr>
          <p:nvPr/>
        </p:nvCxnSpPr>
        <p:spPr>
          <a:xfrm>
            <a:off x="6072634" y="1945862"/>
            <a:ext cx="155550" cy="719434"/>
          </a:xfrm>
          <a:prstGeom prst="bentConnector3">
            <a:avLst>
              <a:gd name="adj1" fmla="val 24696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文字方塊 311">
            <a:extLst>
              <a:ext uri="{FF2B5EF4-FFF2-40B4-BE49-F238E27FC236}">
                <a16:creationId xmlns:a16="http://schemas.microsoft.com/office/drawing/2014/main" id="{A8B9269E-7FBF-3E42-97B2-335290142724}"/>
              </a:ext>
            </a:extLst>
          </p:cNvPr>
          <p:cNvSpPr txBox="1"/>
          <p:nvPr/>
        </p:nvSpPr>
        <p:spPr>
          <a:xfrm>
            <a:off x="5995972" y="2234552"/>
            <a:ext cx="189751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3" name="文字方塊 312">
            <a:extLst>
              <a:ext uri="{FF2B5EF4-FFF2-40B4-BE49-F238E27FC236}">
                <a16:creationId xmlns:a16="http://schemas.microsoft.com/office/drawing/2014/main" id="{1085CC75-5575-6210-66EA-84D9B0F6D001}"/>
              </a:ext>
            </a:extLst>
          </p:cNvPr>
          <p:cNvSpPr txBox="1"/>
          <p:nvPr/>
        </p:nvSpPr>
        <p:spPr>
          <a:xfrm>
            <a:off x="5995972" y="2705994"/>
            <a:ext cx="19876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4" name="矩形: 圓角 313">
            <a:extLst>
              <a:ext uri="{FF2B5EF4-FFF2-40B4-BE49-F238E27FC236}">
                <a16:creationId xmlns:a16="http://schemas.microsoft.com/office/drawing/2014/main" id="{802CC4AE-7A3A-BB48-2FEE-0B3EF73F2D66}"/>
              </a:ext>
            </a:extLst>
          </p:cNvPr>
          <p:cNvSpPr/>
          <p:nvPr/>
        </p:nvSpPr>
        <p:spPr>
          <a:xfrm>
            <a:off x="5934837" y="2134820"/>
            <a:ext cx="293347" cy="106095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2B7827D6-EC5A-7D11-B6E2-F17E4B871D68}"/>
              </a:ext>
            </a:extLst>
          </p:cNvPr>
          <p:cNvSpPr/>
          <p:nvPr/>
        </p:nvSpPr>
        <p:spPr>
          <a:xfrm>
            <a:off x="2422005" y="2056764"/>
            <a:ext cx="1157348" cy="113900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AB38B9BB-4AC4-B112-A435-4F9A60610A38}"/>
              </a:ext>
            </a:extLst>
          </p:cNvPr>
          <p:cNvSpPr/>
          <p:nvPr/>
        </p:nvSpPr>
        <p:spPr>
          <a:xfrm>
            <a:off x="6729360" y="2170828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ECA351F7-1427-FEFB-C8AA-E5FBD7A4090F}"/>
              </a:ext>
            </a:extLst>
          </p:cNvPr>
          <p:cNvSpPr txBox="1"/>
          <p:nvPr/>
        </p:nvSpPr>
        <p:spPr>
          <a:xfrm>
            <a:off x="6806458" y="2234552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1CD1F429-5C8E-E739-47FB-816E10B6C5DC}"/>
              </a:ext>
            </a:extLst>
          </p:cNvPr>
          <p:cNvSpPr txBox="1"/>
          <p:nvPr/>
        </p:nvSpPr>
        <p:spPr>
          <a:xfrm>
            <a:off x="6806458" y="2705994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04C496F6-ABD8-EFF6-C621-DDF60E6942D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7012825" y="2072676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EA38E3ED-AE34-7105-5ED2-00698176F1A4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7014674" y="3076852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9CA200CA-E02A-A925-2198-43CACB2AC030}"/>
              </a:ext>
            </a:extLst>
          </p:cNvPr>
          <p:cNvSpPr txBox="1"/>
          <p:nvPr/>
        </p:nvSpPr>
        <p:spPr>
          <a:xfrm>
            <a:off x="6798650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1FECA35E-3096-BFA2-1F7E-A7FFCE7DDE3A}"/>
              </a:ext>
            </a:extLst>
          </p:cNvPr>
          <p:cNvSpPr txBox="1"/>
          <p:nvPr/>
        </p:nvSpPr>
        <p:spPr>
          <a:xfrm>
            <a:off x="6789353" y="1772816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988D470B-5B31-AF94-45D7-CB5C8933B818}"/>
              </a:ext>
            </a:extLst>
          </p:cNvPr>
          <p:cNvSpPr txBox="1"/>
          <p:nvPr/>
        </p:nvSpPr>
        <p:spPr>
          <a:xfrm>
            <a:off x="7256498" y="2234552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71813641-9200-346F-AD71-EED07E9F1993}"/>
              </a:ext>
            </a:extLst>
          </p:cNvPr>
          <p:cNvSpPr txBox="1"/>
          <p:nvPr/>
        </p:nvSpPr>
        <p:spPr>
          <a:xfrm>
            <a:off x="7256498" y="2705994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C04A9F6E-8A3F-0D84-60DF-6A02C063D7AB}"/>
              </a:ext>
            </a:extLst>
          </p:cNvPr>
          <p:cNvSpPr/>
          <p:nvPr/>
        </p:nvSpPr>
        <p:spPr>
          <a:xfrm>
            <a:off x="5076056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VRAM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278B883E-9F6A-A28A-B853-98CA5AE0DE0D}"/>
              </a:ext>
            </a:extLst>
          </p:cNvPr>
          <p:cNvSpPr/>
          <p:nvPr/>
        </p:nvSpPr>
        <p:spPr>
          <a:xfrm>
            <a:off x="7881488" y="2170744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1728371D-45C5-71FE-1F03-2EDCD1376F78}"/>
              </a:ext>
            </a:extLst>
          </p:cNvPr>
          <p:cNvSpPr txBox="1"/>
          <p:nvPr/>
        </p:nvSpPr>
        <p:spPr>
          <a:xfrm>
            <a:off x="7958586" y="2234468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9CF4E00-6200-A5E8-4AE1-660018F85101}"/>
              </a:ext>
            </a:extLst>
          </p:cNvPr>
          <p:cNvSpPr txBox="1"/>
          <p:nvPr/>
        </p:nvSpPr>
        <p:spPr>
          <a:xfrm>
            <a:off x="7958586" y="2705910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90F8056D-85C2-E8CB-6386-B2EADCC38127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8164953" y="2072676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65FE4540-4158-04B3-E5DA-5E74A5863289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8166802" y="3076768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6FE43CFD-FA01-02F3-77F5-A953F48DE1FE}"/>
              </a:ext>
            </a:extLst>
          </p:cNvPr>
          <p:cNvSpPr txBox="1"/>
          <p:nvPr/>
        </p:nvSpPr>
        <p:spPr>
          <a:xfrm>
            <a:off x="7950778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BC219423-8993-03DA-30F1-AFCD25DA716A}"/>
              </a:ext>
            </a:extLst>
          </p:cNvPr>
          <p:cNvSpPr txBox="1"/>
          <p:nvPr/>
        </p:nvSpPr>
        <p:spPr>
          <a:xfrm>
            <a:off x="8408626" y="2234468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A57E7F44-94F8-2AC6-C74C-6FA17FD3EDD8}"/>
              </a:ext>
            </a:extLst>
          </p:cNvPr>
          <p:cNvSpPr txBox="1"/>
          <p:nvPr/>
        </p:nvSpPr>
        <p:spPr>
          <a:xfrm>
            <a:off x="8408626" y="2705910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8DFDE55-4F92-32C8-8BE9-BB08A270C399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84B1396-ACFF-7810-6884-BD9293CF749F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1A01C226-30E3-018E-C8CC-4202EA4D94F7}"/>
              </a:ext>
            </a:extLst>
          </p:cNvPr>
          <p:cNvSpPr txBox="1">
            <a:spLocks/>
          </p:cNvSpPr>
          <p:nvPr/>
        </p:nvSpPr>
        <p:spPr>
          <a:xfrm>
            <a:off x="5423060" y="3798789"/>
            <a:ext cx="496134" cy="2251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PEFT</a:t>
            </a:r>
            <a:endParaRPr lang="en-US" altLang="zh-TW" sz="1000" dirty="0">
              <a:latin typeface="+mn-lt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9C4CA2D4-51D6-F7AB-131D-BD5F323A0571}"/>
              </a:ext>
            </a:extLst>
          </p:cNvPr>
          <p:cNvSpPr txBox="1">
            <a:spLocks/>
          </p:cNvSpPr>
          <p:nvPr/>
        </p:nvSpPr>
        <p:spPr>
          <a:xfrm>
            <a:off x="2760419" y="379372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B6D84648-9566-293F-B46D-98BCB889FD4D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Time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A485BE6F-329C-9384-5DFC-A9C360AA78B5}"/>
              </a:ext>
            </a:extLst>
          </p:cNvPr>
          <p:cNvSpPr txBox="1">
            <a:spLocks/>
          </p:cNvSpPr>
          <p:nvPr/>
        </p:nvSpPr>
        <p:spPr>
          <a:xfrm>
            <a:off x="7844708" y="3708378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2E64644B-E722-5EEA-225D-1B538ADCA096}"/>
              </a:ext>
            </a:extLst>
          </p:cNvPr>
          <p:cNvSpPr txBox="1">
            <a:spLocks/>
          </p:cNvSpPr>
          <p:nvPr/>
        </p:nvSpPr>
        <p:spPr>
          <a:xfrm>
            <a:off x="6739825" y="3717032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3E2284D3-25E4-981C-B0C6-3F85D5FB5BC8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DCDD983-79AC-3654-B683-45C3C199BEB7}"/>
              </a:ext>
            </a:extLst>
          </p:cNvPr>
          <p:cNvSpPr txBox="1"/>
          <p:nvPr/>
        </p:nvSpPr>
        <p:spPr>
          <a:xfrm>
            <a:off x="2574130" y="232289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DFC49980-804A-63C3-404B-87AE1B38CDC9}"/>
              </a:ext>
            </a:extLst>
          </p:cNvPr>
          <p:cNvSpPr txBox="1"/>
          <p:nvPr/>
        </p:nvSpPr>
        <p:spPr>
          <a:xfrm>
            <a:off x="213023" y="5360729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QA pairs</a:t>
            </a:r>
            <a:r>
              <a:rPr lang="en-US" altLang="zh-TW" sz="1600" dirty="0"/>
              <a:t>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ECEFD60B-3038-47B1-2353-8EFC9339CE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197645"/>
              </p:ext>
            </p:extLst>
          </p:nvPr>
        </p:nvGraphicFramePr>
        <p:xfrm>
          <a:off x="4078644" y="4581128"/>
          <a:ext cx="1840550" cy="63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055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90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0" lang="zh-TW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 FT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163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LoRA, QLoRA, DoRA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8E88D75E-F7F8-E7F3-278C-264172E60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242602"/>
              </p:ext>
            </p:extLst>
          </p:nvPr>
        </p:nvGraphicFramePr>
        <p:xfrm>
          <a:off x="6511866" y="4530602"/>
          <a:ext cx="2251422" cy="1490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14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320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Score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Apply LLM-as-a-Judge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4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Factual Accuracy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Following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429548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 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&amp; Logic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3344986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Generation Integrity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4487830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Time to First Token &amp; Throughput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80545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59947BEA-C312-B208-A02B-BC8F4734E675}"/>
              </a:ext>
            </a:extLst>
          </p:cNvPr>
          <p:cNvSpPr txBox="1"/>
          <p:nvPr/>
        </p:nvSpPr>
        <p:spPr>
          <a:xfrm>
            <a:off x="7941481" y="1772816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9" name="右大括弧 58">
            <a:extLst>
              <a:ext uri="{FF2B5EF4-FFF2-40B4-BE49-F238E27FC236}">
                <a16:creationId xmlns:a16="http://schemas.microsoft.com/office/drawing/2014/main" id="{DCE153E2-99F5-F7AA-E66E-08077C5821D3}"/>
              </a:ext>
            </a:extLst>
          </p:cNvPr>
          <p:cNvSpPr/>
          <p:nvPr/>
        </p:nvSpPr>
        <p:spPr>
          <a:xfrm rot="5400000">
            <a:off x="7550269" y="3475067"/>
            <a:ext cx="174616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5C2D031-3808-A9B4-B759-FAC748D08302}"/>
              </a:ext>
            </a:extLst>
          </p:cNvPr>
          <p:cNvCxnSpPr>
            <a:cxnSpLocks/>
            <a:stCxn id="59" idx="1"/>
            <a:endCxn id="45" idx="0"/>
          </p:cNvCxnSpPr>
          <p:nvPr/>
        </p:nvCxnSpPr>
        <p:spPr>
          <a:xfrm>
            <a:off x="7637577" y="4251688"/>
            <a:ext cx="0" cy="2789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664A935E-3EA5-06E8-3816-E849988A8208}"/>
              </a:ext>
            </a:extLst>
          </p:cNvPr>
          <p:cNvCxnSpPr>
            <a:cxnSpLocks/>
            <a:stCxn id="83" idx="1"/>
            <a:endCxn id="38" idx="0"/>
          </p:cNvCxnSpPr>
          <p:nvPr/>
        </p:nvCxnSpPr>
        <p:spPr>
          <a:xfrm>
            <a:off x="4983981" y="4251688"/>
            <a:ext cx="14938" cy="32944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標題 1">
            <a:extLst>
              <a:ext uri="{FF2B5EF4-FFF2-40B4-BE49-F238E27FC236}">
                <a16:creationId xmlns:a16="http://schemas.microsoft.com/office/drawing/2014/main" id="{94EBD9FB-3543-897F-7263-CAB4CC68BB3B}"/>
              </a:ext>
            </a:extLst>
          </p:cNvPr>
          <p:cNvSpPr txBox="1">
            <a:spLocks/>
          </p:cNvSpPr>
          <p:nvPr/>
        </p:nvSpPr>
        <p:spPr>
          <a:xfrm>
            <a:off x="4456916" y="3800739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QAT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AB187F0B-0805-7839-E2EA-75BABDF83900}"/>
              </a:ext>
            </a:extLst>
          </p:cNvPr>
          <p:cNvSpPr txBox="1">
            <a:spLocks/>
          </p:cNvSpPr>
          <p:nvPr/>
        </p:nvSpPr>
        <p:spPr>
          <a:xfrm>
            <a:off x="7748275" y="84036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008AA80C-E344-E737-03EC-CDDCD0F3D756}"/>
              </a:ext>
            </a:extLst>
          </p:cNvPr>
          <p:cNvSpPr txBox="1">
            <a:spLocks/>
          </p:cNvSpPr>
          <p:nvPr/>
        </p:nvSpPr>
        <p:spPr>
          <a:xfrm>
            <a:off x="7780317" y="120907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F0B5F486-99F4-C511-7B1B-9EA05638171F}"/>
              </a:ext>
            </a:extLst>
          </p:cNvPr>
          <p:cNvSpPr txBox="1">
            <a:spLocks/>
          </p:cNvSpPr>
          <p:nvPr/>
        </p:nvSpPr>
        <p:spPr>
          <a:xfrm>
            <a:off x="5673295" y="3717032"/>
            <a:ext cx="570744" cy="20367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QAT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5CA7C4A-1A00-6AED-087B-457315B6ED81}"/>
              </a:ext>
            </a:extLst>
          </p:cNvPr>
          <p:cNvSpPr txBox="1"/>
          <p:nvPr/>
        </p:nvSpPr>
        <p:spPr>
          <a:xfrm>
            <a:off x="2548012" y="69217"/>
            <a:ext cx="881420" cy="756316"/>
          </a:xfrm>
          <a:prstGeom prst="rect">
            <a:avLst/>
          </a:prstGeom>
          <a:gradFill flip="none" rotWithShape="1">
            <a:gsLst>
              <a:gs pos="20000">
                <a:schemeClr val="accent6">
                  <a:lumMod val="20000"/>
                  <a:lumOff val="80000"/>
                </a:schemeClr>
              </a:gs>
              <a:gs pos="0">
                <a:schemeClr val="accent2">
                  <a:lumMod val="20000"/>
                  <a:lumOff val="80000"/>
                </a:schemeClr>
              </a:gs>
              <a:gs pos="0">
                <a:schemeClr val="accent2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0"/>
            <a:tileRect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Architecture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Compression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2073A2C-0639-E064-602A-B1D8D9B9B149}"/>
              </a:ext>
            </a:extLst>
          </p:cNvPr>
          <p:cNvSpPr txBox="1"/>
          <p:nvPr/>
        </p:nvSpPr>
        <p:spPr>
          <a:xfrm>
            <a:off x="4651286" y="82741"/>
            <a:ext cx="881420" cy="756316"/>
          </a:xfrm>
          <a:prstGeom prst="rect">
            <a:avLst/>
          </a:prstGeom>
          <a:gradFill>
            <a:gsLst>
              <a:gs pos="15000">
                <a:schemeClr val="accent6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6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Deployment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8E3EF4B-FF1A-E455-1439-04B31734837C}"/>
              </a:ext>
            </a:extLst>
          </p:cNvPr>
          <p:cNvSpPr txBox="1"/>
          <p:nvPr/>
        </p:nvSpPr>
        <p:spPr>
          <a:xfrm>
            <a:off x="3654979" y="69217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FT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/>
              <a:t>Alignment</a:t>
            </a:r>
            <a:br>
              <a:rPr lang="en-US" altLang="zh-TW" sz="1200" dirty="0"/>
            </a:br>
            <a:r>
              <a:rPr lang="en-US" altLang="zh-TW" sz="1200" dirty="0"/>
              <a:t>Dimension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br>
              <a:rPr lang="en-US" altLang="zh-TW" sz="1200" dirty="0"/>
            </a:br>
            <a:r>
              <a:rPr lang="en-US" altLang="zh-TW" sz="1200" dirty="0"/>
              <a:t>Precision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76440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1627</TotalTime>
  <Words>10143</Words>
  <Application>Microsoft Office PowerPoint</Application>
  <PresentationFormat>如螢幕大小 (4:3)</PresentationFormat>
  <Paragraphs>1458</Paragraphs>
  <Slides>23</Slides>
  <Notes>22</Notes>
  <HiddenSlides>5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9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1759</cp:revision>
  <cp:lastPrinted>2024-07-30T01:44:15Z</cp:lastPrinted>
  <dcterms:created xsi:type="dcterms:W3CDTF">2019-11-08T03:01:47Z</dcterms:created>
  <dcterms:modified xsi:type="dcterms:W3CDTF">2026-07-15T09:14:20Z</dcterms:modified>
</cp:coreProperties>
</file>