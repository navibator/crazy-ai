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文字方塊 6">
            <a:extLst>
              <a:ext uri="{FF2B5EF4-FFF2-40B4-BE49-F238E27FC236}">
                <a16:creationId xmlns:a16="http://schemas.microsoft.com/office/drawing/2014/main" id="{F23C254D-850E-3456-C991-33B62DF6C8A7}"/>
              </a:ext>
            </a:extLst>
          </p:cNvPr>
          <p:cNvSpPr txBox="1"/>
          <p:nvPr/>
        </p:nvSpPr>
        <p:spPr>
          <a:xfrm>
            <a:off x="845586" y="1305341"/>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9" name="文字方塊 8">
            <a:extLst>
              <a:ext uri="{FF2B5EF4-FFF2-40B4-BE49-F238E27FC236}">
                <a16:creationId xmlns:a16="http://schemas.microsoft.com/office/drawing/2014/main" id="{D0C6D584-650A-53AD-B342-F6817C0EFCF0}"/>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7">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7">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7">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7">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7">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7">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7">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7">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7">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7">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7">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7">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7">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7">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7">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7">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7">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7">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7">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7">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7">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7">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7">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7">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7">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7">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7">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7">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7">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allAtOnce"/>
      <p:bldP spid="7" grpId="1" uiExpand="1" build="allAtOnce"/>
      <p:bldP spid="7"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a:t>
            </a:r>
            <a:r>
              <a:rPr lang="en-US" altLang="zh-TW" sz="1000" dirty="0" err="1">
                <a:solidFill>
                  <a:prstClr val="black"/>
                </a:solidFill>
              </a:rPr>
              <a:t>DoRA</a:t>
            </a:r>
            <a:endParaRPr lang="en-US" altLang="zh-TW" sz="1000" dirty="0">
              <a:solidFill>
                <a:prstClr val="black"/>
              </a:solidFill>
            </a:endParaRP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749924706"/>
              </p:ext>
            </p:extLst>
          </p:nvPr>
        </p:nvGraphicFramePr>
        <p:xfrm>
          <a:off x="395536" y="4935448"/>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42</TotalTime>
  <Words>7620</Words>
  <Application>Microsoft Office PowerPoint</Application>
  <PresentationFormat>如螢幕大小 (4:3)</PresentationFormat>
  <Paragraphs>1292</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1753</cp:revision>
  <cp:lastPrinted>2024-07-30T01:44:15Z</cp:lastPrinted>
  <dcterms:created xsi:type="dcterms:W3CDTF">2019-11-08T03:01:47Z</dcterms:created>
  <dcterms:modified xsi:type="dcterms:W3CDTF">2026-07-17T08:43:18Z</dcterms:modified>
</cp:coreProperties>
</file>