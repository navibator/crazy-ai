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672" y="-5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120676"/>
            <a:ext cx="7452828" cy="4247317"/>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1A189BB0-42EE-04BF-CB82-0BDB3291F876}"/>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2">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2">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文字方塊 3">
            <a:extLst>
              <a:ext uri="{FF2B5EF4-FFF2-40B4-BE49-F238E27FC236}">
                <a16:creationId xmlns:a16="http://schemas.microsoft.com/office/drawing/2014/main" id="{AF9D4558-FED3-4289-2559-233C604FE871}"/>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8" name="文字方塊 7">
            <a:extLst>
              <a:ext uri="{FF2B5EF4-FFF2-40B4-BE49-F238E27FC236}">
                <a16:creationId xmlns:a16="http://schemas.microsoft.com/office/drawing/2014/main" id="{96C4397B-7146-AFBF-7912-45ACF1E11B29}"/>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7598</Words>
  <Application>Microsoft Office PowerPoint</Application>
  <PresentationFormat>如螢幕大小 (4:3)</PresentationFormat>
  <Paragraphs>1287</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1751</cp:revision>
  <cp:lastPrinted>2024-07-30T01:44:15Z</cp:lastPrinted>
  <dcterms:created xsi:type="dcterms:W3CDTF">2019-11-08T03:01:47Z</dcterms:created>
  <dcterms:modified xsi:type="dcterms:W3CDTF">2026-07-15T14:36:38Z</dcterms:modified>
</cp:coreProperties>
</file>