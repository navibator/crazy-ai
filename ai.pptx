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550" r:id="rId8"/>
    <p:sldId id="3470" r:id="rId9"/>
    <p:sldId id="3471" r:id="rId10"/>
    <p:sldId id="3482" r:id="rId11"/>
    <p:sldId id="3483" r:id="rId12"/>
    <p:sldId id="3428" r:id="rId13"/>
    <p:sldId id="3451"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44" r:id="rId37"/>
    <p:sldId id="3537"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 id="3550"/>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107" d="100"/>
          <a:sy n="107" d="100"/>
        </p:scale>
        <p:origin x="140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89AF-F2A2-F9DF-BD6A-49D7779363C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AB12DF-8319-18DD-A9CA-7A337F7554F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E4A5F17-64C8-ADA6-DA00-0F5940464BB8}"/>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D63F60DF-4BB2-7AE4-117C-3A47EBD5CB1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085648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89.png"/></Relationships>
</file>

<file path=ppt/slides/_rels/slide49.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8.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31EE-6863-F904-4B60-DEE5CB4C690E}"/>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085B6215-D755-9673-E5BE-2B7F4E7910D9}"/>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5DD18BFA-843B-CE10-1395-66ECD6218C54}"/>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31ADE238-C960-1A9B-1492-21DB019C257B}"/>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9970ED2A-6D65-B280-4835-DA4D73BDBD42}"/>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5F0EECB3-B55C-F1A9-E679-6DB49D0A6D03}"/>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36BC043-55DA-DEBA-7E92-AB3DB6CF6EF3}"/>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A1C52298-0D10-DB87-BF39-D6C975EB31BC}"/>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82814CA4-14EB-9F30-A426-1073EB064485}"/>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D0FEA24F-F289-4A44-1999-85CADC7D4947}"/>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579A633E-2BBC-C599-87D4-CD7F672FA5BF}"/>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5059A7C1-0516-B750-DB2E-1EAB7BEA3AB7}"/>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7C8B64B9-81CF-6C6C-FCC5-C407C080458B}"/>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3AEC5B30-CEF2-449E-1AF4-9AEF823C0214}"/>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ECD006CF-28DD-CF8B-099E-B03D7017348C}"/>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EA9346F-1340-74CE-2279-E6AF98D1EEC9}"/>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4B16DC87-88FC-0D34-5C40-C3F40B76CF42}"/>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2168DD0E-99F7-60E2-AE8E-4A52A7749114}"/>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386EE2B5-8EBC-15D5-A9FA-49C4D3A3D84B}"/>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02E77F71-519F-6ED3-58C8-B61E5104E9A6}"/>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AB6415DE-98E0-D833-11D6-C83404576D0F}"/>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820BCC5F-7B30-66A8-E8B8-44B37556FBBC}"/>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62C0BE21-8152-E30A-6EA7-37A0583F9F8A}"/>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C161A452-982A-9947-D4A7-2249480ED5E7}"/>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9CEB99C6-A446-F705-8ABC-F6DC355D0732}"/>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57A05BB4-B003-F44B-0E90-3C489B7F40B5}"/>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B4D74B1F-DF7A-88DC-8992-AF95EC64B8F4}"/>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4A5C7E75-A60B-633D-EDFA-26E204270802}"/>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46345C6D-0947-5674-2634-DAAB6AF02437}"/>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10F86CE-A85B-694C-2CAE-39CB21F050E2}"/>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B4ED2677-DEC7-94B3-E1DC-77EAE8ED2388}"/>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C35161E8-BB06-6587-4B86-06795DE092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D48A7D01-A347-227A-E5D7-0327F8C6C820}"/>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B9244B96-7597-11BE-3E9F-E030B457EED6}"/>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05BF3213-DCD6-71DE-6BE2-4CF21FF43198}"/>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A6B71B-ED48-E91E-1CE3-ED2FE19A3C0C}"/>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F1F60B6C-83A6-CD71-0F20-C5020F4C2FB2}"/>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46CF3076-2985-8620-6009-EA8722FC4D80}"/>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F86908D6-2A73-0F1F-66EC-EAD8AD13B407}"/>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D1007C0E-E88C-0558-F49F-2A523C546C52}"/>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2B437AE2-96BB-E1D4-E696-E164E80380F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36AB3BEB-28F8-2642-B1BF-5CE9C064800C}"/>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74DF7B2E-D6DA-F621-D00B-850DA7FD3BFC}"/>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292586569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50158"/>
            <a:ext cx="1718591" cy="96719"/>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484784"/>
            <a:ext cx="1309608" cy="132618"/>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981150"/>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700808"/>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273939"/>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5" name="圖片 4">
            <a:extLst>
              <a:ext uri="{FF2B5EF4-FFF2-40B4-BE49-F238E27FC236}">
                <a16:creationId xmlns:a16="http://schemas.microsoft.com/office/drawing/2014/main" id="{04903A12-7271-7841-D695-0AAA391424C9}"/>
              </a:ext>
            </a:extLst>
          </p:cNvPr>
          <p:cNvPicPr>
            <a:picLocks noChangeAspect="1"/>
          </p:cNvPicPr>
          <p:nvPr/>
        </p:nvPicPr>
        <p:blipFill>
          <a:blip r:embed="rId3"/>
          <a:stretch>
            <a:fillRect/>
          </a:stretch>
        </p:blipFill>
        <p:spPr>
          <a:xfrm>
            <a:off x="0" y="965737"/>
            <a:ext cx="9144000" cy="4926526"/>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MoE: The first 3 layers use hash routing, sqrt(Softplus(•)),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1532003938"/>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504056">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Attention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Model</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5120</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DSMoE</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&lt;4096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&gt;8192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966153" y="59604"/>
            <a:ext cx="4901991" cy="6781255"/>
          </a:xfrm>
          <a:prstGeom prst="rect">
            <a:avLst/>
          </a:prstGeom>
          <a:solidFill>
            <a:schemeClr val="bg1"/>
          </a:solidFill>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3352196" y="5016478"/>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3352478" y="1846598"/>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3961957" y="4641644"/>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3352196" y="132927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3961957" y="1674522"/>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4304039" y="5594981"/>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40" name="矩形 39">
            <a:extLst>
              <a:ext uri="{FF2B5EF4-FFF2-40B4-BE49-F238E27FC236}">
                <a16:creationId xmlns:a16="http://schemas.microsoft.com/office/drawing/2014/main" id="{9C145AB5-B694-BD39-7472-655FD31D71DE}"/>
              </a:ext>
            </a:extLst>
          </p:cNvPr>
          <p:cNvSpPr/>
          <p:nvPr/>
        </p:nvSpPr>
        <p:spPr>
          <a:xfrm>
            <a:off x="3167532" y="5232673"/>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3477221" y="2018674"/>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4122785" y="340394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9" name="矩形: 圓角 58">
            <a:extLst>
              <a:ext uri="{FF2B5EF4-FFF2-40B4-BE49-F238E27FC236}">
                <a16:creationId xmlns:a16="http://schemas.microsoft.com/office/drawing/2014/main" id="{D4492F42-9A48-7559-B09C-CD68BBB98673}"/>
              </a:ext>
            </a:extLst>
          </p:cNvPr>
          <p:cNvSpPr/>
          <p:nvPr/>
        </p:nvSpPr>
        <p:spPr>
          <a:xfrm>
            <a:off x="2963906" y="339644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963907" y="383812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963907" y="427980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218897" y="218673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6516216" y="508332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6516216" y="552500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DS</a:t>
            </a:r>
          </a:p>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Memory</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a:endCxn id="15"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3161588"/>
            <a:ext cx="936104" cy="403955"/>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03062" y="258056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21253</Words>
  <Application>Microsoft Office PowerPoint</Application>
  <PresentationFormat>如螢幕大小 (4:3)</PresentationFormat>
  <Paragraphs>3307</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1844</cp:revision>
  <cp:lastPrinted>2024-07-30T01:44:15Z</cp:lastPrinted>
  <dcterms:created xsi:type="dcterms:W3CDTF">2019-11-08T03:01:47Z</dcterms:created>
  <dcterms:modified xsi:type="dcterms:W3CDTF">2026-08-14T11:56:27Z</dcterms:modified>
</cp:coreProperties>
</file>