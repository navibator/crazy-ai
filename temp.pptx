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561" r:id="rId2"/>
    <p:sldId id="3560" r:id="rId3"/>
    <p:sldId id="3563" r:id="rId4"/>
    <p:sldId id="3565" r:id="rId5"/>
    <p:sldId id="3566" r:id="rId6"/>
    <p:sldId id="3564" r:id="rId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339752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475740" y="1844824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547748" y="2060848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636777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945222"/>
              </p:ext>
            </p:extLst>
          </p:nvPr>
        </p:nvGraphicFramePr>
        <p:xfrm>
          <a:off x="4613936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294690" y="2715979"/>
            <a:ext cx="166216" cy="1058435"/>
          </a:xfrm>
          <a:prstGeom prst="rect">
            <a:avLst/>
          </a:prstGeom>
          <a:noFill/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D7E2B53-B154-CA41-C74C-B6282BF897B8}"/>
              </a:ext>
            </a:extLst>
          </p:cNvPr>
          <p:cNvSpPr/>
          <p:nvPr/>
        </p:nvSpPr>
        <p:spPr>
          <a:xfrm>
            <a:off x="2576817" y="5631001"/>
            <a:ext cx="628005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6884570" y="5566662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4570" y="5566662"/>
                <a:ext cx="198196" cy="215444"/>
              </a:xfrm>
              <a:prstGeom prst="rect">
                <a:avLst/>
              </a:prstGeom>
              <a:blipFill>
                <a:blip r:embed="rId3"/>
                <a:stretch>
                  <a:fillRect l="-39394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5DFACD63-DEDC-1D38-9AC2-EB4623A47F29}"/>
              </a:ext>
            </a:extLst>
          </p:cNvPr>
          <p:cNvSpPr txBox="1"/>
          <p:nvPr/>
        </p:nvSpPr>
        <p:spPr>
          <a:xfrm>
            <a:off x="6731479" y="3911766"/>
            <a:ext cx="3140283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/>
            <a:r>
              <a:rPr lang="en-US" altLang="zh-TW" sz="1400" b="0" dirty="0">
                <a:latin typeface="Cambria Math" panose="02040503050406030204" pitchFamily="18" charset="0"/>
              </a:rPr>
              <a:t>Chunk-wise Parallel:</a:t>
            </a:r>
          </a:p>
          <a:p>
            <a:pPr/>
            <a:r>
              <a:rPr lang="en-US" altLang="zh-TW" sz="1400" b="0" dirty="0">
                <a:latin typeface="Cambria Math" panose="02040503050406030204" pitchFamily="18" charset="0"/>
              </a:rPr>
              <a:t>Inter-chunk (RNN) =</a:t>
            </a:r>
            <a:r>
              <a:rPr lang="en-US" altLang="zh-TW" sz="1400" b="0" dirty="0" err="1">
                <a:latin typeface="Cambria Math" panose="02040503050406030204" pitchFamily="18" charset="0"/>
              </a:rPr>
              <a:t>Qchunk</a:t>
            </a:r>
            <a:r>
              <a:rPr lang="en-US" altLang="zh-TW" sz="1400" b="0" dirty="0">
                <a:latin typeface="Cambria Math" panose="02040503050406030204" pitchFamily="18" charset="0"/>
              </a:rPr>
              <a:t>*Hchunki-1 </a:t>
            </a:r>
          </a:p>
          <a:p>
            <a:pPr/>
            <a:r>
              <a:rPr lang="en-US" altLang="zh-TW" sz="1400" dirty="0">
                <a:latin typeface="Cambria Math" panose="02040503050406030204" pitchFamily="18" charset="0"/>
              </a:rPr>
              <a:t>Intra-chunk (Attn) = </a:t>
            </a:r>
            <a:endParaRPr lang="en-US" altLang="zh-TW" sz="1400" b="0" dirty="0">
              <a:latin typeface="Cambria Math" panose="02040503050406030204" pitchFamily="18" charset="0"/>
            </a:endParaRPr>
          </a:p>
          <a:p>
            <a:pPr/>
            <a:endParaRPr lang="en-US" altLang="zh-TW" sz="1400" b="0" dirty="0">
              <a:latin typeface="Cambria Math" panose="02040503050406030204" pitchFamily="18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78631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613936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4270489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103352"/>
              </p:ext>
            </p:extLst>
          </p:nvPr>
        </p:nvGraphicFramePr>
        <p:xfrm>
          <a:off x="2896739" y="2707614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478594" y="3125920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6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600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600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7653743" y="5187894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6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600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7B82DBD-0881-07B9-D7CA-48786D49930D}"/>
              </a:ext>
            </a:extLst>
          </p:cNvPr>
          <p:cNvSpPr txBox="1"/>
          <p:nvPr/>
        </p:nvSpPr>
        <p:spPr>
          <a:xfrm>
            <a:off x="7895885" y="5859601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300976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2752723" y="3118872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4048867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994816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3157957" y="1627397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7011296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616811-87A6-A193-5455-6DE665C9DBA7}"/>
              </a:ext>
            </a:extLst>
          </p:cNvPr>
          <p:cNvSpPr txBox="1"/>
          <p:nvPr/>
        </p:nvSpPr>
        <p:spPr>
          <a:xfrm>
            <a:off x="6206969" y="5317414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4216048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731479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574980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7231267" y="276754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6012160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6161789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5757981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558317D-2332-862A-666F-A658BC20E743}"/>
              </a:ext>
            </a:extLst>
          </p:cNvPr>
          <p:cNvSpPr/>
          <p:nvPr/>
        </p:nvSpPr>
        <p:spPr>
          <a:xfrm>
            <a:off x="427469" y="4823490"/>
            <a:ext cx="616139" cy="152497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DDCE3A10-FC64-9B58-15BC-E7BA8685D485}"/>
              </a:ext>
            </a:extLst>
          </p:cNvPr>
          <p:cNvSpPr txBox="1"/>
          <p:nvPr/>
        </p:nvSpPr>
        <p:spPr>
          <a:xfrm>
            <a:off x="587996" y="468546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c*d</a:t>
            </a:r>
            <a:endParaRPr lang="zh-TW" altLang="en-US" sz="1200" b="1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3468239" y="4638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b="1" dirty="0">
                <a:solidFill>
                  <a:schemeClr val="accent4"/>
                </a:solidFill>
              </a:rPr>
              <a:t>H</a:t>
            </a:r>
            <a:r>
              <a:rPr lang="en-US" altLang="zh-TW" b="1" baseline="-25000" dirty="0">
                <a:solidFill>
                  <a:schemeClr val="accent4"/>
                </a:solidFill>
              </a:rPr>
              <a:t>i+1 </a:t>
            </a:r>
            <a:endParaRPr lang="zh-TW" altLang="en-US" b="1" baseline="-25000" dirty="0">
              <a:solidFill>
                <a:schemeClr val="accent4"/>
              </a:solidFill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1522145" y="4806015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2090186" y="4807085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1801917" y="4807086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E86E3C5C-8996-AEA0-1053-892AE6ECC2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7415B50-C10A-E388-9F24-5F8A823755EA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5DF39-7E09-05BD-A97A-E468243E724E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74A0121A-46C5-E774-CE75-0D4FF34C8E03}"/>
                  </a:ext>
                </a:extLst>
              </p:cNvPr>
              <p:cNvSpPr txBox="1"/>
              <p:nvPr/>
            </p:nvSpPr>
            <p:spPr>
              <a:xfrm>
                <a:off x="6023639" y="6382297"/>
                <a:ext cx="2287310" cy="230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GPU</m:t>
                      </m:r>
                      <m: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cat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74A0121A-46C5-E774-CE75-0D4FF34C8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639" y="6382297"/>
                <a:ext cx="2287310" cy="230128"/>
              </a:xfrm>
              <a:prstGeom prst="rect">
                <a:avLst/>
              </a:prstGeom>
              <a:blipFill>
                <a:blip r:embed="rId4"/>
                <a:stretch>
                  <a:fillRect l="-2400" r="-2400" b="-184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CA5A56-5EB3-AF25-2289-A40C86C99249}"/>
                  </a:ext>
                </a:extLst>
              </p:cNvPr>
              <p:cNvSpPr txBox="1"/>
              <p:nvPr/>
            </p:nvSpPr>
            <p:spPr>
              <a:xfrm>
                <a:off x="8053784" y="6000963"/>
                <a:ext cx="22291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6CA5A56-5EB3-AF25-2289-A40C86C99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784" y="6000963"/>
                <a:ext cx="222910" cy="184666"/>
              </a:xfrm>
              <a:prstGeom prst="rect">
                <a:avLst/>
              </a:prstGeom>
              <a:blipFill>
                <a:blip r:embed="rId7"/>
                <a:stretch>
                  <a:fillRect l="-5405" b="-64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312329" y="292494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29" y="292494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940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2713</TotalTime>
  <Words>1160</Words>
  <Application>Microsoft Office PowerPoint</Application>
  <PresentationFormat>如螢幕大小 (4:3)</PresentationFormat>
  <Paragraphs>650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2008</cp:revision>
  <cp:lastPrinted>2024-07-30T01:44:15Z</cp:lastPrinted>
  <dcterms:created xsi:type="dcterms:W3CDTF">2019-11-08T03:01:47Z</dcterms:created>
  <dcterms:modified xsi:type="dcterms:W3CDTF">2026-10-02T09:14:26Z</dcterms:modified>
</cp:coreProperties>
</file>