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4"/>
  </p:notesMasterIdLst>
  <p:handoutMasterIdLst>
    <p:handoutMasterId r:id="rId45"/>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50" r:id="rId31"/>
    <p:sldId id="3515" r:id="rId32"/>
    <p:sldId id="3528" r:id="rId33"/>
    <p:sldId id="3514" r:id="rId34"/>
    <p:sldId id="3529" r:id="rId35"/>
    <p:sldId id="3533" r:id="rId36"/>
    <p:sldId id="3549" r:id="rId37"/>
    <p:sldId id="3519" r:id="rId38"/>
    <p:sldId id="3530" r:id="rId39"/>
    <p:sldId id="269" r:id="rId40"/>
    <p:sldId id="270" r:id="rId41"/>
    <p:sldId id="257" r:id="rId42"/>
    <p:sldId id="265" r:id="rId4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28"/>
            <p14:sldId id="3514"/>
            <p14:sldId id="3529"/>
            <p14:sldId id="3533"/>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41</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42</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svg"/></Relationships>
</file>

<file path=ppt/slides/_rels/slide1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4.sv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1.svg"/><Relationship Id="rId7" Type="http://schemas.openxmlformats.org/officeDocument/2006/relationships/image" Target="../media/image56.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2.svg"/><Relationship Id="rId9" Type="http://schemas.openxmlformats.org/officeDocument/2006/relationships/image" Target="../media/image58.svg"/></Relationships>
</file>

<file path=ppt/slides/_rels/slide24.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7.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8.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29.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5.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4.png"/><Relationship Id="rId5" Type="http://schemas.openxmlformats.org/officeDocument/2006/relationships/image" Target="../media/image3.png"/><Relationship Id="rId10" Type="http://schemas.openxmlformats.org/officeDocument/2006/relationships/image" Target="../media/image83.png"/><Relationship Id="rId4" Type="http://schemas.openxmlformats.org/officeDocument/2006/relationships/image" Target="../media/image2.png"/><Relationship Id="rId9" Type="http://schemas.openxmlformats.org/officeDocument/2006/relationships/image" Target="../media/image82.png"/></Relationships>
</file>

<file path=ppt/slides/_rels/slide37.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65.png"/><Relationship Id="rId2" Type="http://schemas.openxmlformats.org/officeDocument/2006/relationships/image" Target="../media/image86.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88.png"/></Relationships>
</file>

<file path=ppt/slides/_rels/slide38.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9.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40.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1.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2.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4955565"/>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4955565"/>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4955481"/>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4955481"/>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4450403"/>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249</TotalTime>
  <Words>16888</Words>
  <Application>Microsoft Office PowerPoint</Application>
  <PresentationFormat>如螢幕大小 (4:3)</PresentationFormat>
  <Paragraphs>2582</Paragraphs>
  <Slides>42</Slides>
  <Notes>35</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42</vt:i4>
      </vt:variant>
    </vt:vector>
  </HeadingPairs>
  <TitlesOfParts>
    <vt:vector size="60"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1861</cp:revision>
  <cp:lastPrinted>2024-07-30T01:44:15Z</cp:lastPrinted>
  <dcterms:created xsi:type="dcterms:W3CDTF">2019-11-08T03:01:47Z</dcterms:created>
  <dcterms:modified xsi:type="dcterms:W3CDTF">2026-08-17T09:24:09Z</dcterms:modified>
</cp:coreProperties>
</file>