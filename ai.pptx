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handoutMasterIdLst>
    <p:handoutMasterId r:id="rId23"/>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479" r:id="rId20"/>
    <p:sldId id="3467" r:id="rId2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71875"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012959"/>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008857"/>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127417"/>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007143"/>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12570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3732306"/>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68460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3751084"/>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3745199"/>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017640"/>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017640"/>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112645"/>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394299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4890678"/>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122170"/>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04295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046384"/>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099344"/>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034468"/>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717032"/>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3929665"/>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495110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4951103"/>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495110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780928"/>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079757"/>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72222"/>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573016"/>
            <a:ext cx="867263" cy="21438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421</TotalTime>
  <Words>6041</Words>
  <Application>Microsoft Office PowerPoint</Application>
  <PresentationFormat>如螢幕大小 (4:3)</PresentationFormat>
  <Paragraphs>1273</Paragraphs>
  <Slides>20</Slides>
  <Notes>18</Notes>
  <HiddenSlides>1</HiddenSlides>
  <MMClips>0</MMClips>
  <ScaleCrop>false</ScaleCrop>
  <HeadingPairs>
    <vt:vector size="6" baseType="variant">
      <vt:variant>
        <vt:lpstr>使用字型</vt:lpstr>
      </vt:variant>
      <vt:variant>
        <vt:i4>14</vt:i4>
      </vt:variant>
      <vt:variant>
        <vt:lpstr>佈景主題</vt:lpstr>
      </vt:variant>
      <vt:variant>
        <vt:i4>1</vt:i4>
      </vt:variant>
      <vt:variant>
        <vt:lpstr>投影片標題</vt:lpstr>
      </vt:variant>
      <vt:variant>
        <vt:i4>20</vt:i4>
      </vt:variant>
    </vt:vector>
  </HeadingPairs>
  <TitlesOfParts>
    <vt:vector size="35"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1730</cp:revision>
  <cp:lastPrinted>2024-07-30T01:44:15Z</cp:lastPrinted>
  <dcterms:created xsi:type="dcterms:W3CDTF">2019-11-08T03:01:47Z</dcterms:created>
  <dcterms:modified xsi:type="dcterms:W3CDTF">2026-07-13T13:26:28Z</dcterms:modified>
</cp:coreProperties>
</file>