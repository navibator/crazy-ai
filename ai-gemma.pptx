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57" r:id="rId11"/>
    <p:sldId id="3483" r:id="rId12"/>
    <p:sldId id="3428" r:id="rId13"/>
    <p:sldId id="3451" r:id="rId14"/>
    <p:sldId id="3552" r:id="rId15"/>
    <p:sldId id="3465" r:id="rId16"/>
    <p:sldId id="3558" r:id="rId17"/>
    <p:sldId id="3559" r:id="rId18"/>
    <p:sldId id="3505" r:id="rId19"/>
    <p:sldId id="3507" r:id="rId20"/>
    <p:sldId id="3460" r:id="rId21"/>
    <p:sldId id="3509" r:id="rId22"/>
    <p:sldId id="3479" r:id="rId23"/>
    <p:sldId id="3467" r:id="rId24"/>
    <p:sldId id="3531" r:id="rId25"/>
    <p:sldId id="3499" r:id="rId26"/>
    <p:sldId id="3444" r:id="rId27"/>
    <p:sldId id="3532" r:id="rId28"/>
    <p:sldId id="3520" r:id="rId29"/>
    <p:sldId id="3518" r:id="rId30"/>
    <p:sldId id="3475" r:id="rId31"/>
    <p:sldId id="3527" r:id="rId32"/>
    <p:sldId id="3550" r:id="rId33"/>
    <p:sldId id="3551"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57"/>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varScale="1">
        <p:scale>
          <a:sx n="107" d="100"/>
          <a:sy n="107" d="100"/>
        </p:scale>
        <p:origin x="1404"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31.svg"/></Relationships>
</file>

<file path=ppt/slides/_rels/slide16.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0.png"/></Relationships>
</file>

<file path=ppt/slides/_rels/slide1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7.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8.svg"/><Relationship Id="rId7" Type="http://schemas.openxmlformats.org/officeDocument/2006/relationships/image" Target="../media/image52.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svg"/><Relationship Id="rId4" Type="http://schemas.openxmlformats.org/officeDocument/2006/relationships/image" Target="../media/image49.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58.svg"/><Relationship Id="rId7" Type="http://schemas.openxmlformats.org/officeDocument/2006/relationships/image" Target="../media/image62.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png"/><Relationship Id="rId10" Type="http://schemas.openxmlformats.org/officeDocument/2006/relationships/image" Target="../media/image65.svg"/><Relationship Id="rId4" Type="http://schemas.openxmlformats.org/officeDocument/2006/relationships/image" Target="../media/image59.svg"/><Relationship Id="rId9" Type="http://schemas.openxmlformats.org/officeDocument/2006/relationships/image" Target="../media/image64.svg"/></Relationships>
</file>

<file path=ppt/slides/_rels/slide26.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59.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1.svg"/></Relationships>
</file>

<file path=ppt/slides/_rels/slide2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9.sv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71.png"/><Relationship Id="rId1" Type="http://schemas.openxmlformats.org/officeDocument/2006/relationships/slideLayout" Target="../slideLayouts/slideLayout3.xml"/><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jpe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81.svg"/></Relationships>
</file>

<file path=ppt/slides/_rels/slide3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33.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9.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2.png"/><Relationship Id="rId4" Type="http://schemas.openxmlformats.org/officeDocument/2006/relationships/image" Target="../media/image91.png"/></Relationships>
</file>

<file path=ppt/slides/_rels/slide4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9.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8.png"/><Relationship Id="rId5" Type="http://schemas.openxmlformats.org/officeDocument/2006/relationships/image" Target="../media/image3.png"/><Relationship Id="rId10" Type="http://schemas.openxmlformats.org/officeDocument/2006/relationships/image" Target="../media/image97.png"/><Relationship Id="rId4" Type="http://schemas.openxmlformats.org/officeDocument/2006/relationships/image" Target="../media/image2.png"/><Relationship Id="rId9" Type="http://schemas.openxmlformats.org/officeDocument/2006/relationships/image" Target="../media/image96.png"/></Relationships>
</file>

<file path=ppt/slides/_rels/slide43.xml.rels><?xml version="1.0" encoding="UTF-8" standalone="yes"?>
<Relationships xmlns="http://schemas.openxmlformats.org/package/2006/relationships"><Relationship Id="rId3" Type="http://schemas.openxmlformats.org/officeDocument/2006/relationships/image" Target="../media/image101.png"/><Relationship Id="rId7" Type="http://schemas.openxmlformats.org/officeDocument/2006/relationships/image" Target="../media/image71.png"/><Relationship Id="rId2" Type="http://schemas.openxmlformats.org/officeDocument/2006/relationships/image" Target="../media/image100.png"/><Relationship Id="rId1" Type="http://schemas.openxmlformats.org/officeDocument/2006/relationships/slideLayout" Target="../slideLayouts/slideLayout3.xml"/><Relationship Id="rId6" Type="http://schemas.openxmlformats.org/officeDocument/2006/relationships/image" Target="../media/image72.jpeg"/><Relationship Id="rId5" Type="http://schemas.openxmlformats.org/officeDocument/2006/relationships/image" Target="../media/image60.png"/><Relationship Id="rId4" Type="http://schemas.openxmlformats.org/officeDocument/2006/relationships/image" Target="../media/image102.png"/></Relationships>
</file>

<file path=ppt/slides/_rels/slide44.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4.xml"/><Relationship Id="rId5" Type="http://schemas.openxmlformats.org/officeDocument/2006/relationships/image" Target="../media/image106.png"/><Relationship Id="rId4" Type="http://schemas.openxmlformats.org/officeDocument/2006/relationships/image" Target="../media/image105.png"/></Relationships>
</file>

<file path=ppt/slides/_rels/slide4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4.xml"/><Relationship Id="rId5" Type="http://schemas.openxmlformats.org/officeDocument/2006/relationships/image" Target="../media/image110.png"/><Relationship Id="rId4" Type="http://schemas.openxmlformats.org/officeDocument/2006/relationships/image" Target="../media/image109.png"/></Relationships>
</file>

<file path=ppt/slides/_rels/slide47.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1.png"/><Relationship Id="rId7" Type="http://schemas.openxmlformats.org/officeDocument/2006/relationships/image" Target="../media/image114.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3.png"/><Relationship Id="rId5" Type="http://schemas.openxmlformats.org/officeDocument/2006/relationships/image" Target="../media/image2300.png"/><Relationship Id="rId4" Type="http://schemas.openxmlformats.org/officeDocument/2006/relationships/image" Target="../media/image112.png"/></Relationships>
</file>

<file path=ppt/slides/_rels/slide4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6.png"/><Relationship Id="rId7" Type="http://schemas.openxmlformats.org/officeDocument/2006/relationships/image" Target="../media/image120.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117.png"/><Relationship Id="rId9" Type="http://schemas.openxmlformats.org/officeDocument/2006/relationships/image" Target="../media/image1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2"/>
          <a:stretch>
            <a:fillRect/>
          </a:stretch>
        </p:blipFill>
        <p:spPr>
          <a:xfrm>
            <a:off x="899592" y="116631"/>
            <a:ext cx="6451874" cy="3101661"/>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3429000"/>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3987290"/>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3813848"/>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3987290"/>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719300" y="43096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4" name="橢圓 13">
            <a:extLst>
              <a:ext uri="{FF2B5EF4-FFF2-40B4-BE49-F238E27FC236}">
                <a16:creationId xmlns:a16="http://schemas.microsoft.com/office/drawing/2014/main" id="{004290F5-281E-93FC-60A1-A2E3666349C4}"/>
              </a:ext>
            </a:extLst>
          </p:cNvPr>
          <p:cNvSpPr/>
          <p:nvPr/>
        </p:nvSpPr>
        <p:spPr>
          <a:xfrm>
            <a:off x="4576764" y="463198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497781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762022" y="430963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5864793" y="4608617"/>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 N</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5789427"/>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a:t>
            </a:r>
            <a:r>
              <a:rPr lang="en-US" altLang="zh-TW" sz="1200" dirty="0" err="1">
                <a:solidFill>
                  <a:schemeClr val="tx1"/>
                </a:solidFill>
                <a:latin typeface="ADLaM Display" panose="02010000000000000000" pitchFamily="2" charset="0"/>
                <a:ea typeface="ADLaM Display" panose="02010000000000000000" pitchFamily="2" charset="0"/>
                <a:cs typeface="ADLaM Display" panose="02010000000000000000" pitchFamily="2" charset="0"/>
              </a:rPr>
              <a:t>MoE</a:t>
            </a:r>
            <a:endPar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27" name="直線單箭頭接點 26">
            <a:extLst>
              <a:ext uri="{FF2B5EF4-FFF2-40B4-BE49-F238E27FC236}">
                <a16:creationId xmlns:a16="http://schemas.microsoft.com/office/drawing/2014/main" id="{0CC5A7DD-41A0-7EEC-23DC-D93DBA4C6ABD}"/>
              </a:ext>
            </a:extLst>
          </p:cNvPr>
          <p:cNvCxnSpPr>
            <a:cxnSpLocks/>
            <a:stCxn id="31" idx="2"/>
            <a:endCxn id="32" idx="0"/>
          </p:cNvCxnSpPr>
          <p:nvPr/>
        </p:nvCxnSpPr>
        <p:spPr>
          <a:xfrm>
            <a:off x="3820380" y="5137666"/>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463215" y="525278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481456" y="5548043"/>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481456" y="5829097"/>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466218" y="496475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2" name="矩形 31">
            <a:extLst>
              <a:ext uri="{FF2B5EF4-FFF2-40B4-BE49-F238E27FC236}">
                <a16:creationId xmlns:a16="http://schemas.microsoft.com/office/drawing/2014/main" id="{01E62B92-FEFC-1B8E-1469-71381B806F25}"/>
              </a:ext>
            </a:extLst>
          </p:cNvPr>
          <p:cNvSpPr/>
          <p:nvPr/>
        </p:nvSpPr>
        <p:spPr>
          <a:xfrm>
            <a:off x="3481456" y="6279350"/>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7" idx="2"/>
            <a:endCxn id="38" idx="0"/>
          </p:cNvCxnSpPr>
          <p:nvPr/>
        </p:nvCxnSpPr>
        <p:spPr>
          <a:xfrm>
            <a:off x="7643403" y="5007796"/>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925A013C-BF7E-1854-1013-89582555D429}"/>
              </a:ext>
            </a:extLst>
          </p:cNvPr>
          <p:cNvSpPr/>
          <p:nvPr/>
        </p:nvSpPr>
        <p:spPr>
          <a:xfrm>
            <a:off x="7286238" y="512291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5" name="矩形 34">
            <a:extLst>
              <a:ext uri="{FF2B5EF4-FFF2-40B4-BE49-F238E27FC236}">
                <a16:creationId xmlns:a16="http://schemas.microsoft.com/office/drawing/2014/main" id="{CE40146D-D166-0F42-2414-A63DA38E1F55}"/>
              </a:ext>
            </a:extLst>
          </p:cNvPr>
          <p:cNvSpPr/>
          <p:nvPr/>
        </p:nvSpPr>
        <p:spPr>
          <a:xfrm>
            <a:off x="7304479" y="5418173"/>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MUDDformer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6" name="矩形 35">
            <a:extLst>
              <a:ext uri="{FF2B5EF4-FFF2-40B4-BE49-F238E27FC236}">
                <a16:creationId xmlns:a16="http://schemas.microsoft.com/office/drawing/2014/main" id="{E7568AED-D187-BF2E-B093-C9BD3DBBAEDD}"/>
              </a:ext>
            </a:extLst>
          </p:cNvPr>
          <p:cNvSpPr/>
          <p:nvPr/>
        </p:nvSpPr>
        <p:spPr>
          <a:xfrm>
            <a:off x="7304479" y="5699227"/>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mHC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7" name="矩形 36">
            <a:extLst>
              <a:ext uri="{FF2B5EF4-FFF2-40B4-BE49-F238E27FC236}">
                <a16:creationId xmlns:a16="http://schemas.microsoft.com/office/drawing/2014/main" id="{C6A5D9F4-F400-65B3-F0E6-7A2C128FA0D7}"/>
              </a:ext>
            </a:extLst>
          </p:cNvPr>
          <p:cNvSpPr/>
          <p:nvPr/>
        </p:nvSpPr>
        <p:spPr>
          <a:xfrm>
            <a:off x="7289241" y="483488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ResNet</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8" name="矩形 37">
            <a:extLst>
              <a:ext uri="{FF2B5EF4-FFF2-40B4-BE49-F238E27FC236}">
                <a16:creationId xmlns:a16="http://schemas.microsoft.com/office/drawing/2014/main" id="{C3BBF09B-E535-6D8F-9D33-2BF80A6AE597}"/>
              </a:ext>
            </a:extLst>
          </p:cNvPr>
          <p:cNvSpPr/>
          <p:nvPr/>
        </p:nvSpPr>
        <p:spPr>
          <a:xfrm>
            <a:off x="7304479" y="6149480"/>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AttnRes</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901825" y="5133474"/>
            <a:ext cx="15238"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544660" y="524859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562901" y="554385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562901" y="5805264"/>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547663" y="496055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562901" y="6119915"/>
            <a:ext cx="708323"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4853586" y="4381662"/>
            <a:ext cx="4290413" cy="2143682"/>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18502</Words>
  <Application>Microsoft Office PowerPoint</Application>
  <PresentationFormat>如螢幕大小 (4:3)</PresentationFormat>
  <Paragraphs>2704</Paragraphs>
  <Slides>48</Slides>
  <Notes>39</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1889</cp:revision>
  <cp:lastPrinted>2024-07-30T01:44:15Z</cp:lastPrinted>
  <dcterms:created xsi:type="dcterms:W3CDTF">2019-11-08T03:01:47Z</dcterms:created>
  <dcterms:modified xsi:type="dcterms:W3CDTF">2026-09-07T11:40:36Z</dcterms:modified>
</cp:coreProperties>
</file>