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520" r:id="rId7"/>
    <p:sldId id="3518" r:id="rId8"/>
    <p:sldId id="3475" r:id="rId9"/>
    <p:sldId id="3465" r:id="rId10"/>
    <p:sldId id="3515" r:id="rId11"/>
    <p:sldId id="3505" r:id="rId12"/>
    <p:sldId id="3514" r:id="rId13"/>
    <p:sldId id="3482" r:id="rId14"/>
    <p:sldId id="3489" r:id="rId15"/>
    <p:sldId id="3519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66"/>
    <a:srgbClr val="DCE6F2"/>
    <a:srgbClr val="FF0000"/>
    <a:srgbClr val="FFFF99"/>
    <a:srgbClr val="E3C0AB"/>
    <a:srgbClr val="F3E4DB"/>
    <a:srgbClr val="FFCC99"/>
    <a:srgbClr val="CBDCA8"/>
    <a:srgbClr val="C5D8A0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0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203848" y="1800885"/>
            <a:ext cx="2790988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3224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5994836" y="1422727"/>
            <a:ext cx="881420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Cloud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5924713" y="3846670"/>
            <a:ext cx="879535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322428" y="1427497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4AE56786-651D-C27D-09E3-06BEEA207A2D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203848" y="4224828"/>
            <a:ext cx="272086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6F64EC40-CADB-9706-8377-12F521D9B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526066"/>
              </p:ext>
            </p:extLst>
          </p:nvPr>
        </p:nvGraphicFramePr>
        <p:xfrm>
          <a:off x="434861" y="1196752"/>
          <a:ext cx="1760875" cy="118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87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Pre-Training Stack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(Alignment, Instruct)</a:t>
                      </a: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Megatron-LM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 DeepSpeed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PyTorch FSDP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JAX AI Stack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334442"/>
                  </a:ext>
                </a:extLst>
              </a:tr>
            </a:tbl>
          </a:graphicData>
        </a:graphic>
      </p:graphicFrame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406177"/>
              </p:ext>
            </p:extLst>
          </p:nvPr>
        </p:nvGraphicFramePr>
        <p:xfrm>
          <a:off x="433437" y="3675693"/>
          <a:ext cx="1762299" cy="16236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29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5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Solution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 (Triton/CUDA)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 (YOLO)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1357884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38880985-D1A7-DD39-CD32-651A180B2A78}"/>
              </a:ext>
            </a:extLst>
          </p:cNvPr>
          <p:cNvGrpSpPr/>
          <p:nvPr/>
        </p:nvGrpSpPr>
        <p:grpSpPr>
          <a:xfrm>
            <a:off x="434861" y="5373216"/>
            <a:ext cx="1760875" cy="1079202"/>
            <a:chOff x="218837" y="4785218"/>
            <a:chExt cx="1760875" cy="1079202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A1EF1CBC-7928-C687-AF64-C878A7D51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5716" y="4785218"/>
              <a:ext cx="406713" cy="531059"/>
            </a:xfrm>
            <a:prstGeom prst="rect">
              <a:avLst/>
            </a:prstGeom>
          </p:spPr>
        </p:pic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6A19A26D-0595-B833-26F8-539F4EB87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68" y="5389487"/>
              <a:ext cx="418810" cy="418808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37A35EE0-4AB1-65D6-1F4E-CCFC3C854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8837" y="4847392"/>
              <a:ext cx="606864" cy="406714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2F7EBB90-8987-086C-536B-692876DA9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10456" y="5395164"/>
              <a:ext cx="469256" cy="469256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B45280CE-1068-65E7-E82A-842A01823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33255" y="4847392"/>
              <a:ext cx="423657" cy="406711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135EA092-B215-BD47-7043-C4AF5B4B4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087" y="5395534"/>
              <a:ext cx="432363" cy="406714"/>
            </a:xfrm>
            <a:prstGeom prst="rect">
              <a:avLst/>
            </a:prstGeom>
          </p:spPr>
        </p:pic>
      </p:grp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C394580-5E90-19EE-7301-97A6ADE4A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370517"/>
              </p:ext>
            </p:extLst>
          </p:nvPr>
        </p:nvGraphicFramePr>
        <p:xfrm>
          <a:off x="6946674" y="1196752"/>
          <a:ext cx="1657774" cy="2205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766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TTFT)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752103"/>
              </p:ext>
            </p:extLst>
          </p:nvPr>
        </p:nvGraphicFramePr>
        <p:xfrm>
          <a:off x="6946674" y="3675693"/>
          <a:ext cx="165777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(TTFT)</a:t>
                      </a: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DA9E03FF-6EA8-1D0C-3B28-3847293E0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008129"/>
              </p:ext>
            </p:extLst>
          </p:nvPr>
        </p:nvGraphicFramePr>
        <p:xfrm>
          <a:off x="4430779" y="1196752"/>
          <a:ext cx="136256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56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(Algorithm, Memory)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UC Berkeley: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vLLM, SGLang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 (NV)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MaxText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377364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TGI (Hugging Face)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851002"/>
                  </a:ext>
                </a:extLst>
              </a:tr>
            </a:tbl>
          </a:graphicData>
        </a:graphic>
      </p:graphicFrame>
      <p:grpSp>
        <p:nvGrpSpPr>
          <p:cNvPr id="28" name="群組 27">
            <a:extLst>
              <a:ext uri="{FF2B5EF4-FFF2-40B4-BE49-F238E27FC236}">
                <a16:creationId xmlns:a16="http://schemas.microsoft.com/office/drawing/2014/main" id="{366576AD-F6EB-3050-5407-ED208CD42D0D}"/>
              </a:ext>
            </a:extLst>
          </p:cNvPr>
          <p:cNvGrpSpPr/>
          <p:nvPr/>
        </p:nvGrpSpPr>
        <p:grpSpPr>
          <a:xfrm>
            <a:off x="4375131" y="5167227"/>
            <a:ext cx="487696" cy="566029"/>
            <a:chOff x="307725" y="1194723"/>
            <a:chExt cx="487696" cy="566029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6D16B355-0A0F-9292-70B0-0936A4FE78BD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20DBAEDD-C1F2-2405-DE74-D94FB68D5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0FF66D22-8BF0-079C-5AB9-046907E7637E}"/>
              </a:ext>
            </a:extLst>
          </p:cNvPr>
          <p:cNvGrpSpPr/>
          <p:nvPr/>
        </p:nvGrpSpPr>
        <p:grpSpPr>
          <a:xfrm>
            <a:off x="4502787" y="2606687"/>
            <a:ext cx="1236028" cy="174241"/>
            <a:chOff x="4025994" y="2562276"/>
            <a:chExt cx="1236028" cy="174241"/>
          </a:xfrm>
        </p:grpSpPr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8C62BBFD-8273-15BC-5B46-3F8341010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25994" y="2566852"/>
              <a:ext cx="546006" cy="169665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068D2865-8412-4356-E470-3B73901DC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16016" y="2562276"/>
              <a:ext cx="546006" cy="163694"/>
            </a:xfrm>
            <a:prstGeom prst="rect">
              <a:avLst/>
            </a:prstGeom>
          </p:spPr>
        </p:pic>
      </p:grpSp>
      <p:pic>
        <p:nvPicPr>
          <p:cNvPr id="45" name="圖片 44">
            <a:extLst>
              <a:ext uri="{FF2B5EF4-FFF2-40B4-BE49-F238E27FC236}">
                <a16:creationId xmlns:a16="http://schemas.microsoft.com/office/drawing/2014/main" id="{6742BC3E-304D-32A0-D7F5-29BD42D1A0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4036" y="5322990"/>
            <a:ext cx="1014108" cy="186197"/>
          </a:xfrm>
          <a:prstGeom prst="rect">
            <a:avLst/>
          </a:prstGeom>
        </p:spPr>
      </p:pic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86807"/>
              </p:ext>
            </p:extLst>
          </p:nvPr>
        </p:nvGraphicFramePr>
        <p:xfrm>
          <a:off x="4430779" y="3675693"/>
          <a:ext cx="1362562" cy="1437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56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51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(Algorithm, Memory)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MediaPipe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711821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35403551-DAB2-FCE5-3C8B-42759B349F13}"/>
              </a:ext>
            </a:extLst>
          </p:cNvPr>
          <p:cNvSpPr txBox="1"/>
          <p:nvPr/>
        </p:nvSpPr>
        <p:spPr>
          <a:xfrm>
            <a:off x="3237988" y="1597893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/>
              <a:t>Deployment</a:t>
            </a:r>
            <a:endParaRPr lang="zh-TW" altLang="en-US" sz="12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E577CD6-3127-5A5B-2A85-7BBA6975F7B9}"/>
              </a:ext>
            </a:extLst>
          </p:cNvPr>
          <p:cNvSpPr txBox="1"/>
          <p:nvPr/>
        </p:nvSpPr>
        <p:spPr>
          <a:xfrm>
            <a:off x="3237988" y="4005064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/>
              <a:t>Deployment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174073"/>
              </p:ext>
            </p:extLst>
          </p:nvPr>
        </p:nvGraphicFramePr>
        <p:xfrm>
          <a:off x="3078168" y="3762048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</a:t>
            </a:r>
            <a:r>
              <a:rPr lang="en-US" altLang="zh-TW" sz="1600" dirty="0" err="1"/>
              <a:t>LLaMA</a:t>
            </a:r>
            <a:r>
              <a:rPr lang="en-US" altLang="zh-TW" sz="1600" dirty="0"/>
              <a:t>-Factory,</a:t>
            </a:r>
            <a:r>
              <a:rPr lang="zh-TW" altLang="en-US" sz="1600" dirty="0"/>
              <a:t>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484227"/>
              </p:ext>
            </p:extLst>
          </p:nvPr>
        </p:nvGraphicFramePr>
        <p:xfrm>
          <a:off x="5364088" y="3746905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625" y="3573016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496C5099-8168-E4D5-17E1-8C8E2306D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134" y="3814374"/>
            <a:ext cx="606864" cy="406714"/>
          </a:xfrm>
          <a:prstGeom prst="rect">
            <a:avLst/>
          </a:prstGeom>
          <a:effectLst>
            <a:glow rad="50800">
              <a:schemeClr val="accent6">
                <a:lumMod val="20000"/>
                <a:lumOff val="80000"/>
                <a:alpha val="40000"/>
              </a:schemeClr>
            </a:glow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33" idx="2"/>
            <a:endCxn id="46" idx="1"/>
          </p:cNvCxnSpPr>
          <p:nvPr/>
        </p:nvCxnSpPr>
        <p:spPr>
          <a:xfrm rot="16200000" flipH="1">
            <a:off x="3883243" y="4026411"/>
            <a:ext cx="206049" cy="595402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83968" y="4273145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514203" y="4509120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888377" y="3607857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446568" y="3000281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>
            <a:off x="5769649" y="3284984"/>
            <a:ext cx="0" cy="288032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985673" y="3789039"/>
            <a:ext cx="48878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3131840" y="4149080"/>
            <a:ext cx="1113452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LLa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MA-Factory</a:t>
            </a:r>
          </a:p>
        </p:txBody>
      </p: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541468" y="3559102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245732" y="3903219"/>
            <a:ext cx="422073" cy="62576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6194571" y="2640392"/>
            <a:ext cx="1113733" cy="703185"/>
          </a:xfrm>
          <a:prstGeom prst="wedgeRoundRectCallout">
            <a:avLst>
              <a:gd name="adj1" fmla="val -62182"/>
              <a:gd name="adj2" fmla="val 22974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</a:t>
            </a:r>
            <a:r>
              <a:rPr kumimoji="0" lang="en-US" altLang="zh-TW" sz="1200" i="0" u="none" strike="noStrike" kern="1200" cap="none" spc="0" normalizeH="0" baseline="0" noProof="0" dirty="0" err="1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BioByte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4193708" y="3111095"/>
            <a:ext cx="1217339" cy="515019"/>
          </a:xfrm>
          <a:prstGeom prst="wedgeRoundRectCallout">
            <a:avLst>
              <a:gd name="adj1" fmla="val 67323"/>
              <a:gd name="adj2" fmla="val 46001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79</TotalTime>
  <Words>9135</Words>
  <Application>Microsoft Office PowerPoint</Application>
  <PresentationFormat>如螢幕大小 (4:3)</PresentationFormat>
  <Paragraphs>1274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1787</cp:revision>
  <cp:lastPrinted>2024-07-30T01:44:15Z</cp:lastPrinted>
  <dcterms:created xsi:type="dcterms:W3CDTF">2019-11-08T03:01:47Z</dcterms:created>
  <dcterms:modified xsi:type="dcterms:W3CDTF">2026-07-20T02:28:32Z</dcterms:modified>
</cp:coreProperties>
</file>