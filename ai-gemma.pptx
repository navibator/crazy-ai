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96" r:id="rId10"/>
    <p:sldId id="3506" r:id="rId11"/>
    <p:sldId id="3505" r:id="rId12"/>
    <p:sldId id="3465" r:id="rId13"/>
    <p:sldId id="3482" r:id="rId14"/>
    <p:sldId id="3489" r:id="rId15"/>
    <p:sldId id="3495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96"/>
            <p14:sldId id="350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7" autoAdjust="0"/>
  </p:normalViewPr>
  <p:slideViewPr>
    <p:cSldViewPr>
      <p:cViewPr>
        <p:scale>
          <a:sx n="100" d="100"/>
          <a:sy n="100" d="100"/>
        </p:scale>
        <p:origin x="1428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tencent.com/developer/article/2245094" TargetMode="External"/><Relationship Id="rId3" Type="http://schemas.openxmlformats.org/officeDocument/2006/relationships/hyperlink" Target="https://aistudio.baidu.com/blog/detail/731024175967365" TargetMode="External"/><Relationship Id="rId7" Type="http://schemas.openxmlformats.org/officeDocument/2006/relationships/hyperlink" Target="https://hackmd.io/@MtkMWTAMStiGb_5Gc8900Q/BJoVM2VCkg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edium.com/@lmpo/an-overview-instruction-tuning-for-llms-440228e7edab" TargetMode="External"/><Relationship Id="rId5" Type="http://schemas.openxmlformats.org/officeDocument/2006/relationships/hyperlink" Target="https://blog.csdn.net/qq_39388410/article/details/128265846" TargetMode="External"/><Relationship Id="rId4" Type="http://schemas.openxmlformats.org/officeDocument/2006/relationships/hyperlink" Target="https://arxiv.org/pdf/2109.01652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CB4D-EB0C-6F94-5AFB-171B565F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F19517-2DEC-FC89-C498-25449BA6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FEDAB6F-6B6E-9ECF-4575-0F2CB1462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的演進可以歸納為四大里程碑節點：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2018 - 2020：前身探索（Task-specific Fine-Tuning）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在 BERT 或 GPT-2 時代，微調是針對「單一任務」（如：專門微調一個只會判斷情感的模型）。此時模型還沒有具備統一的通用對話能力。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2021.09：指令微調的誕生（Google FLAN）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Google 發表里程碑論文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FLAN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，首次提出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 Tuning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。他們將數十個標準 NLP 任務全部轉為指令格式來微調模型，證明了「任務微調得越多，模型沒見過的新任務就解得越好」。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4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2022.03：走向人類偏好（OpenAI InstructGPT）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OpenAI 發表論文，利用真實使用者的 Playground 輸入來標註 Q&amp;A。這宣告了 SFT 從「學術任務」走向「模仿真實人類助理的日常對話」。這也是同年底 ChatGPT 震撼世界的底座技術。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2023 - 2024：開源大爆發（Alpaca &amp; LoRA 普及化）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史丹佛大學提出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Alpaca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，展示了如何用 GPT-4 自動生成 SFT 資料（Self-Instruct 蒸餾技術），搭配 LoRA 讓一般人在幾小時內就能微調出自己的 ChatGPT。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dirty="0"/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0520A4-0224-B3B2-056D-6DA174DF5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39835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中括弧 1">
            <a:extLst>
              <a:ext uri="{FF2B5EF4-FFF2-40B4-BE49-F238E27FC236}">
                <a16:creationId xmlns:a16="http://schemas.microsoft.com/office/drawing/2014/main" id="{7F2CD794-D235-521D-97A5-56398293D55C}"/>
              </a:ext>
            </a:extLst>
          </p:cNvPr>
          <p:cNvSpPr/>
          <p:nvPr/>
        </p:nvSpPr>
        <p:spPr>
          <a:xfrm>
            <a:off x="7956376" y="3429000"/>
            <a:ext cx="45719" cy="46032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2697D1-2609-B729-0E6A-3C9C323849AD}"/>
              </a:ext>
            </a:extLst>
          </p:cNvPr>
          <p:cNvSpPr txBox="1"/>
          <p:nvPr/>
        </p:nvSpPr>
        <p:spPr>
          <a:xfrm>
            <a:off x="8100392" y="3529169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6E43-CC03-2DCD-18D3-87ED0D0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5B447E22-5A1E-EF0E-F809-322E50BF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845" y="1124744"/>
            <a:ext cx="2367698" cy="1299459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CF18A52-8D6D-846D-45B8-1A03D18B2B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Basic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1AEB47B-29BC-2902-23BF-A4AE3E97C795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rgbClr val="FF0000"/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E4A6892-55CB-4C86-5E95-D9CB630DD7A7}"/>
              </a:ext>
            </a:extLst>
          </p:cNvPr>
          <p:cNvSpPr txBox="1"/>
          <p:nvPr/>
        </p:nvSpPr>
        <p:spPr>
          <a:xfrm>
            <a:off x="1570425" y="576222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Model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792581F-C1FE-2FEB-D695-B3EE7FDACE26}"/>
              </a:ext>
            </a:extLst>
          </p:cNvPr>
          <p:cNvSpPr txBox="1"/>
          <p:nvPr/>
        </p:nvSpPr>
        <p:spPr>
          <a:xfrm>
            <a:off x="689005" y="4077072"/>
            <a:ext cx="881420" cy="756316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[x0, x1, …, </a:t>
            </a:r>
            <a:r>
              <a:rPr lang="en-US" altLang="zh-TW" sz="1200" dirty="0" err="1"/>
              <a:t>xn</a:t>
            </a:r>
            <a:r>
              <a:rPr lang="en-US" altLang="zh-TW" sz="1200" dirty="0"/>
              <a:t> ]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00EF93E-F122-2C6B-1031-232B6AB9E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03767"/>
              </p:ext>
            </p:extLst>
          </p:nvPr>
        </p:nvGraphicFramePr>
        <p:xfrm>
          <a:off x="2195736" y="4516191"/>
          <a:ext cx="2437328" cy="1072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48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69168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35597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64400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952975"/>
              </p:ext>
            </p:extLst>
          </p:nvPr>
        </p:nvGraphicFramePr>
        <p:xfrm>
          <a:off x="177045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567835"/>
              </p:ext>
            </p:extLst>
          </p:nvPr>
        </p:nvGraphicFramePr>
        <p:xfrm>
          <a:off x="443345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94005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81518"/>
              </p:ext>
            </p:extLst>
          </p:nvPr>
        </p:nvGraphicFramePr>
        <p:xfrm>
          <a:off x="256254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050651"/>
              </p:ext>
            </p:extLst>
          </p:nvPr>
        </p:nvGraphicFramePr>
        <p:xfrm>
          <a:off x="443026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314881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78535"/>
              </p:ext>
            </p:extLst>
          </p:nvPr>
        </p:nvGraphicFramePr>
        <p:xfrm>
          <a:off x="285570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616904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358539"/>
              </p:ext>
            </p:extLst>
          </p:nvPr>
        </p:nvGraphicFramePr>
        <p:xfrm>
          <a:off x="586814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93204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416996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64893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36148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416996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71591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683307"/>
              </p:ext>
            </p:extLst>
          </p:nvPr>
        </p:nvGraphicFramePr>
        <p:xfrm>
          <a:off x="193211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94004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588344"/>
              </p:ext>
            </p:extLst>
          </p:nvPr>
        </p:nvGraphicFramePr>
        <p:xfrm>
          <a:off x="256254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33975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542779"/>
              </p:ext>
            </p:extLst>
          </p:nvPr>
        </p:nvGraphicFramePr>
        <p:xfrm>
          <a:off x="61156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166402"/>
              </p:ext>
            </p:extLst>
          </p:nvPr>
        </p:nvGraphicFramePr>
        <p:xfrm>
          <a:off x="138957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69512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99478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85261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64138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7374</Words>
  <Application>Microsoft Office PowerPoint</Application>
  <PresentationFormat>如螢幕大小 (4:3)</PresentationFormat>
  <Paragraphs>1002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1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1683</cp:revision>
  <cp:lastPrinted>2024-07-30T01:44:15Z</cp:lastPrinted>
  <dcterms:created xsi:type="dcterms:W3CDTF">2019-11-08T03:01:47Z</dcterms:created>
  <dcterms:modified xsi:type="dcterms:W3CDTF">2026-07-07T12:29:33Z</dcterms:modified>
</cp:coreProperties>
</file>