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9"/>
  </p:notesMasterIdLst>
  <p:handoutMasterIdLst>
    <p:handoutMasterId r:id="rId50"/>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552"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50" r:id="rId32"/>
    <p:sldId id="3551" r:id="rId33"/>
    <p:sldId id="3515" r:id="rId34"/>
    <p:sldId id="3556" r:id="rId35"/>
    <p:sldId id="3528" r:id="rId36"/>
    <p:sldId id="3514" r:id="rId37"/>
    <p:sldId id="3529" r:id="rId38"/>
    <p:sldId id="3555" r:id="rId39"/>
    <p:sldId id="3553" r:id="rId40"/>
    <p:sldId id="3554" r:id="rId41"/>
    <p:sldId id="3549" r:id="rId42"/>
    <p:sldId id="3519" r:id="rId43"/>
    <p:sldId id="3530" r:id="rId44"/>
    <p:sldId id="269" r:id="rId45"/>
    <p:sldId id="270" r:id="rId46"/>
    <p:sldId id="257" r:id="rId47"/>
    <p:sldId id="265" r:id="rId48"/>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45"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55"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46</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2026/8/28</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svg"/><Relationship Id="rId4" Type="http://schemas.openxmlformats.org/officeDocument/2006/relationships/image" Target="../media/image44.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3.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8.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29.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0.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2.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5.png"/><Relationship Id="rId4" Type="http://schemas.openxmlformats.org/officeDocument/2006/relationships/hyperlink" Target="https://deepswe.datacurve.ai/"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87.png"/><Relationship Id="rId4" Type="http://schemas.openxmlformats.org/officeDocument/2006/relationships/image" Target="../media/image86.png"/></Relationships>
</file>

<file path=ppt/slides/_rels/slide4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1.png"/><Relationship Id="rId5" Type="http://schemas.openxmlformats.org/officeDocument/2006/relationships/image" Target="../media/image89.png"/><Relationship Id="rId4" Type="http://schemas.openxmlformats.org/officeDocument/2006/relationships/hyperlink" Target="https://arena.ai/leaderboard/text/pareto" TargetMode="External"/></Relationships>
</file>

<file path=ppt/slides/_rels/slide41.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42.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5.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9.png"/></Relationships>
</file>

<file path=ppt/slides/_rels/slide43.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4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6.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47.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2867522" y="2643630"/>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2282225692"/>
              </p:ext>
            </p:extLst>
          </p:nvPr>
        </p:nvGraphicFramePr>
        <p:xfrm>
          <a:off x="3120606" y="2931662"/>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3946839" y="291335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3937663"/>
              </p:ext>
            </p:extLst>
          </p:nvPr>
        </p:nvGraphicFramePr>
        <p:xfrm>
          <a:off x="3748719" y="3153300"/>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3421354" y="3178304"/>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1008</TotalTime>
  <Words>18433</Words>
  <Application>Microsoft Office PowerPoint</Application>
  <PresentationFormat>如螢幕大小 (4:3)</PresentationFormat>
  <Paragraphs>2649</Paragraphs>
  <Slides>47</Slides>
  <Notes>39</Notes>
  <HiddenSlides>6</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47</vt:i4>
      </vt:variant>
    </vt:vector>
  </HeadingPairs>
  <TitlesOfParts>
    <vt:vector size="65"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1876</cp:revision>
  <cp:lastPrinted>2024-07-30T01:44:15Z</cp:lastPrinted>
  <dcterms:created xsi:type="dcterms:W3CDTF">2019-11-08T03:01:47Z</dcterms:created>
  <dcterms:modified xsi:type="dcterms:W3CDTF">2026-08-28T09:29:08Z</dcterms:modified>
</cp:coreProperties>
</file>