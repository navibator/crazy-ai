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57" r:id="rId11"/>
    <p:sldId id="3483" r:id="rId12"/>
    <p:sldId id="3428" r:id="rId13"/>
    <p:sldId id="3451" r:id="rId14"/>
    <p:sldId id="3552" r:id="rId15"/>
    <p:sldId id="3465" r:id="rId16"/>
    <p:sldId id="3558" r:id="rId17"/>
    <p:sldId id="3559" r:id="rId18"/>
    <p:sldId id="3505" r:id="rId19"/>
    <p:sldId id="3507" r:id="rId20"/>
    <p:sldId id="3460" r:id="rId21"/>
    <p:sldId id="3509" r:id="rId22"/>
    <p:sldId id="3479" r:id="rId23"/>
    <p:sldId id="3467" r:id="rId24"/>
    <p:sldId id="3531" r:id="rId25"/>
    <p:sldId id="3499" r:id="rId26"/>
    <p:sldId id="3444" r:id="rId27"/>
    <p:sldId id="3532" r:id="rId28"/>
    <p:sldId id="3520" r:id="rId29"/>
    <p:sldId id="3518" r:id="rId30"/>
    <p:sldId id="3475" r:id="rId31"/>
    <p:sldId id="3527" r:id="rId32"/>
    <p:sldId id="3550" r:id="rId33"/>
    <p:sldId id="3551"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57"/>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p:scale>
          <a:sx n="100" d="100"/>
          <a:sy n="100" d="100"/>
        </p:scale>
        <p:origin x="1584" y="59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0.png"/><Relationship Id="rId7"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7.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8.svg"/><Relationship Id="rId7" Type="http://schemas.openxmlformats.org/officeDocument/2006/relationships/image" Target="../media/image52.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svg"/><Relationship Id="rId4" Type="http://schemas.openxmlformats.org/officeDocument/2006/relationships/image" Target="../media/image49.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58.svg"/><Relationship Id="rId7" Type="http://schemas.openxmlformats.org/officeDocument/2006/relationships/image" Target="../media/image62.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png"/><Relationship Id="rId10" Type="http://schemas.openxmlformats.org/officeDocument/2006/relationships/image" Target="../media/image65.svg"/><Relationship Id="rId4" Type="http://schemas.openxmlformats.org/officeDocument/2006/relationships/image" Target="../media/image59.svg"/><Relationship Id="rId9" Type="http://schemas.openxmlformats.org/officeDocument/2006/relationships/image" Target="../media/image64.svg"/></Relationships>
</file>

<file path=ppt/slides/_rels/slide26.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59.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1.svg"/></Relationships>
</file>

<file path=ppt/slides/_rels/slide2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9.sv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71.png"/><Relationship Id="rId1" Type="http://schemas.openxmlformats.org/officeDocument/2006/relationships/slideLayout" Target="../slideLayouts/slideLayout3.xml"/><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jpe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81.svg"/></Relationships>
</file>

<file path=ppt/slides/_rels/slide3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33.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9.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2.png"/><Relationship Id="rId4" Type="http://schemas.openxmlformats.org/officeDocument/2006/relationships/image" Target="../media/image91.png"/></Relationships>
</file>

<file path=ppt/slides/_rels/slide4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00.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9.png"/><Relationship Id="rId5" Type="http://schemas.openxmlformats.org/officeDocument/2006/relationships/image" Target="../media/image3.png"/><Relationship Id="rId10" Type="http://schemas.openxmlformats.org/officeDocument/2006/relationships/image" Target="../media/image98.png"/><Relationship Id="rId4" Type="http://schemas.openxmlformats.org/officeDocument/2006/relationships/image" Target="../media/image2.png"/><Relationship Id="rId9" Type="http://schemas.openxmlformats.org/officeDocument/2006/relationships/image" Target="../media/image97.png"/></Relationships>
</file>

<file path=ppt/slides/_rels/slide43.xml.rels><?xml version="1.0" encoding="UTF-8" standalone="yes"?>
<Relationships xmlns="http://schemas.openxmlformats.org/package/2006/relationships"><Relationship Id="rId3" Type="http://schemas.openxmlformats.org/officeDocument/2006/relationships/image" Target="../media/image102.png"/><Relationship Id="rId7" Type="http://schemas.openxmlformats.org/officeDocument/2006/relationships/image" Target="../media/image71.png"/><Relationship Id="rId2" Type="http://schemas.openxmlformats.org/officeDocument/2006/relationships/image" Target="../media/image101.png"/><Relationship Id="rId1" Type="http://schemas.openxmlformats.org/officeDocument/2006/relationships/slideLayout" Target="../slideLayouts/slideLayout3.xml"/><Relationship Id="rId6" Type="http://schemas.openxmlformats.org/officeDocument/2006/relationships/image" Target="../media/image72.jpeg"/><Relationship Id="rId5" Type="http://schemas.openxmlformats.org/officeDocument/2006/relationships/image" Target="../media/image60.png"/><Relationship Id="rId4" Type="http://schemas.openxmlformats.org/officeDocument/2006/relationships/image" Target="../media/image103.png"/></Relationships>
</file>

<file path=ppt/slides/_rels/slide44.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4.xml"/><Relationship Id="rId5" Type="http://schemas.openxmlformats.org/officeDocument/2006/relationships/image" Target="../media/image111.png"/><Relationship Id="rId4" Type="http://schemas.openxmlformats.org/officeDocument/2006/relationships/image" Target="../media/image110.png"/></Relationships>
</file>

<file path=ppt/slides/_rels/slide47.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2.png"/><Relationship Id="rId7"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2300.png"/><Relationship Id="rId4" Type="http://schemas.openxmlformats.org/officeDocument/2006/relationships/image" Target="../media/image113.png"/></Relationships>
</file>

<file path=ppt/slides/_rels/slide48.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9"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2"/>
          <a:stretch>
            <a:fillRect/>
          </a:stretch>
        </p:blipFill>
        <p:spPr>
          <a:xfrm>
            <a:off x="899592" y="116632"/>
            <a:ext cx="6219650" cy="2990022"/>
          </a:xfrm>
          <a:prstGeom prst="rect">
            <a:avLst/>
          </a:prstGeom>
        </p:spPr>
      </p:pic>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mc:Choice xmlns:a14="http://schemas.microsoft.com/office/drawing/2010/main"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6</TotalTime>
  <Words>18460</Words>
  <Application>Microsoft Office PowerPoint</Application>
  <PresentationFormat>如螢幕大小 (4:3)</PresentationFormat>
  <Paragraphs>2662</Paragraphs>
  <Slides>48</Slides>
  <Notes>39</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1886</cp:revision>
  <cp:lastPrinted>2024-07-30T01:44:15Z</cp:lastPrinted>
  <dcterms:created xsi:type="dcterms:W3CDTF">2019-11-08T03:01:47Z</dcterms:created>
  <dcterms:modified xsi:type="dcterms:W3CDTF">2026-09-07T04:10:09Z</dcterms:modified>
</cp:coreProperties>
</file>