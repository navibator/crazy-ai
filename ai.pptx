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10"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9"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0"/>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9"/>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238" autoAdjust="0"/>
  </p:normalViewPr>
  <p:slideViewPr>
    <p:cSldViewPr>
      <p:cViewPr>
        <p:scale>
          <a:sx n="100" d="100"/>
          <a:sy n="100" d="100"/>
        </p:scale>
        <p:origin x="672" y="-28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8.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25657" cy="368485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childTnLst>
                          </p:cTn>
                        </p:par>
                      </p:childTnLst>
                    </p:cTn>
                  </p:par>
                  <p:par>
                    <p:cTn id="77" fill="hold">
                      <p:stCondLst>
                        <p:cond delay="indefinite"/>
                      </p:stCondLst>
                      <p:childTnLst>
                        <p:par>
                          <p:cTn id="78" fill="hold">
                            <p:stCondLst>
                              <p:cond delay="0"/>
                            </p:stCondLst>
                            <p:childTnLst>
                              <p:par>
                                <p:cTn id="79" presetID="1" presetClass="exit" presetSubtype="0" fill="hold" grpId="2" nodeType="clickEffect">
                                  <p:stCondLst>
                                    <p:cond delay="0"/>
                                  </p:stCondLst>
                                  <p:childTnLst>
                                    <p:set>
                                      <p:cBhvr>
                                        <p:cTn id="80" dur="1" fill="hold">
                                          <p:stCondLst>
                                            <p:cond delay="0"/>
                                          </p:stCondLst>
                                        </p:cTn>
                                        <p:tgtEl>
                                          <p:spTgt spid="2">
                                            <p:bg/>
                                          </p:spTgt>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3" presetClass="emph" presetSubtype="2" fill="hold" grpId="0" nodeType="clickEffect">
                                  <p:stCondLst>
                                    <p:cond delay="0"/>
                                  </p:stCondLst>
                                  <p:childTnLst>
                                    <p:animClr clrSpc="rgb" dir="cw">
                                      <p:cBhvr override="childStyle">
                                        <p:cTn id="84"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3"/>
                                            </p:cond>
                                          </p:stCondLst>
                                          <p:endCondLst>
                                            <p:cond evt="onStopAudio" delay="0">
                                              <p:tgtEl>
                                                <p:sldTgt/>
                                              </p:tgtEl>
                                            </p:cond>
                                          </p:endCondLst>
                                        </p:cTn>
                                        <p:tgtEl>
                                          <p:sndTgt r:embed="rId3" name="type.wav"/>
                                        </p:tgtEl>
                                      </p:cMediaNode>
                                    </p:audio>
                                  </p:sub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0" nodeType="withEffect">
                                  <p:stCondLst>
                                    <p:cond delay="0"/>
                                  </p:stCondLst>
                                  <p:childTnLst>
                                    <p:animClr clrSpc="rgb" dir="cw">
                                      <p:cBhvr override="childStyle">
                                        <p:cTn id="9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7" end="7"/>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9" end="9"/>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10" end="10"/>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1" end="11"/>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2" end="12"/>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120676"/>
            <a:ext cx="7452828" cy="4247317"/>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a:t>
            </a:r>
            <a:r>
              <a:rPr lang="en-US" altLang="zh-TW" dirty="0" err="1">
                <a:solidFill>
                  <a:prstClr val="black"/>
                </a:solidFill>
                <a:latin typeface="Noto Sans HK" panose="020B0200000000000000" pitchFamily="34" charset="-120"/>
                <a:ea typeface="Noto Sans HK" panose="020B0200000000000000" pitchFamily="34" charset="-120"/>
              </a:rPr>
              <a:t>DoRA</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kumimoji="0" lang="en-US" altLang="zh-TW" sz="1200" b="0" i="0" u="none" strike="noStrike" kern="1200" cap="none" spc="0" normalizeH="0" baseline="0" noProof="0" dirty="0" err="1">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1A189BB0-42EE-04BF-CB82-0BDB3291F876}"/>
              </a:ext>
            </a:extLst>
          </p:cNvPr>
          <p:cNvSpPr txBox="1"/>
          <p:nvPr/>
        </p:nvSpPr>
        <p:spPr>
          <a:xfrm>
            <a:off x="7848364" y="44624"/>
            <a:ext cx="1225657" cy="368485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0291593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2">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1" nodeType="withEffect">
                                  <p:stCondLst>
                                    <p:cond delay="0"/>
                                  </p:stCondLst>
                                  <p:childTnLst>
                                    <p:animClr clrSpc="rgb" dir="cw">
                                      <p:cBhvr override="childStyle">
                                        <p:cTn id="66" dur="2000" fill="hold"/>
                                        <p:tgtEl>
                                          <p:spTgt spid="2">
                                            <p:txEl>
                                              <p:pRg st="12" end="12"/>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2" nodeType="clickEffect">
                                  <p:stCondLst>
                                    <p:cond delay="0"/>
                                  </p:stCondLst>
                                  <p:childTnLst>
                                    <p:set>
                                      <p:cBhvr>
                                        <p:cTn id="7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文字方塊 3">
            <a:extLst>
              <a:ext uri="{FF2B5EF4-FFF2-40B4-BE49-F238E27FC236}">
                <a16:creationId xmlns:a16="http://schemas.microsoft.com/office/drawing/2014/main" id="{AF9D4558-FED3-4289-2559-233C604FE871}"/>
              </a:ext>
            </a:extLst>
          </p:cNvPr>
          <p:cNvSpPr txBox="1"/>
          <p:nvPr/>
        </p:nvSpPr>
        <p:spPr>
          <a:xfrm>
            <a:off x="7848364" y="44624"/>
            <a:ext cx="1225657" cy="368485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8" name="文字方塊 7">
            <a:extLst>
              <a:ext uri="{FF2B5EF4-FFF2-40B4-BE49-F238E27FC236}">
                <a16:creationId xmlns:a16="http://schemas.microsoft.com/office/drawing/2014/main" id="{96C4397B-7146-AFBF-7912-45ACF1E11B29}"/>
              </a:ext>
            </a:extLst>
          </p:cNvPr>
          <p:cNvSpPr txBox="1"/>
          <p:nvPr/>
        </p:nvSpPr>
        <p:spPr>
          <a:xfrm>
            <a:off x="7848364" y="44624"/>
            <a:ext cx="1225657" cy="368485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177698494"/>
              </p:ext>
            </p:extLst>
          </p:nvPr>
        </p:nvGraphicFramePr>
        <p:xfrm>
          <a:off x="539552" y="134076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3537441129"/>
              </p:ext>
            </p:extLst>
          </p:nvPr>
        </p:nvGraphicFramePr>
        <p:xfrm>
          <a:off x="467544"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319985866"/>
              </p:ext>
            </p:extLst>
          </p:nvPr>
        </p:nvGraphicFramePr>
        <p:xfrm>
          <a:off x="3635896"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1427700734"/>
              </p:ext>
            </p:extLst>
          </p:nvPr>
        </p:nvGraphicFramePr>
        <p:xfrm>
          <a:off x="6804248" y="1340768"/>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318281310"/>
              </p:ext>
            </p:extLst>
          </p:nvPr>
        </p:nvGraphicFramePr>
        <p:xfrm>
          <a:off x="5580112" y="4824184"/>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372232" y="1268760"/>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1620854424"/>
              </p:ext>
            </p:extLst>
          </p:nvPr>
        </p:nvGraphicFramePr>
        <p:xfrm>
          <a:off x="395536" y="4359384"/>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Specification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MCP,</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
        <p:nvSpPr>
          <p:cNvPr id="7" name="圖說文字: 直線 6">
            <a:extLst>
              <a:ext uri="{FF2B5EF4-FFF2-40B4-BE49-F238E27FC236}">
                <a16:creationId xmlns:a16="http://schemas.microsoft.com/office/drawing/2014/main" id="{936D2D76-DCFF-575E-7363-34677C3510CB}"/>
              </a:ext>
            </a:extLst>
          </p:cNvPr>
          <p:cNvSpPr/>
          <p:nvPr/>
        </p:nvSpPr>
        <p:spPr>
          <a:xfrm flipH="1">
            <a:off x="5508104" y="4725144"/>
            <a:ext cx="3168352" cy="1492366"/>
          </a:xfrm>
          <a:prstGeom prst="borderCallout1">
            <a:avLst>
              <a:gd name="adj1" fmla="val 11649"/>
              <a:gd name="adj2" fmla="val 96516"/>
              <a:gd name="adj3" fmla="val 11782"/>
              <a:gd name="adj4" fmla="val 118948"/>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7598</Words>
  <Application>Microsoft Office PowerPoint</Application>
  <PresentationFormat>如螢幕大小 (4:3)</PresentationFormat>
  <Paragraphs>1287</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1751</cp:revision>
  <cp:lastPrinted>2024-07-30T01:44:15Z</cp:lastPrinted>
  <dcterms:created xsi:type="dcterms:W3CDTF">2019-11-08T03:01:47Z</dcterms:created>
  <dcterms:modified xsi:type="dcterms:W3CDTF">2026-07-16T14:28:57Z</dcterms:modified>
</cp:coreProperties>
</file>