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555" r:id="rId4"/>
    <p:sldId id="3554" r:id="rId5"/>
    <p:sldId id="3551" r:id="rId6"/>
    <p:sldId id="3537" r:id="rId7"/>
    <p:sldId id="3544" r:id="rId8"/>
    <p:sldId id="3540" r:id="rId9"/>
    <p:sldId id="3543" r:id="rId10"/>
    <p:sldId id="3553" r:id="rId11"/>
    <p:sldId id="3545" r:id="rId12"/>
    <p:sldId id="3539" r:id="rId13"/>
    <p:sldId id="3542" r:id="rId14"/>
    <p:sldId id="3538" r:id="rId15"/>
    <p:sldId id="3534" r:id="rId16"/>
    <p:sldId id="3536" r:id="rId17"/>
    <p:sldId id="3535" r:id="rId18"/>
    <p:sldId id="3548" r:id="rId19"/>
    <p:sldId id="3547" r:id="rId20"/>
    <p:sldId id="3549" r:id="rId21"/>
    <p:sldId id="3519" r:id="rId22"/>
    <p:sldId id="3530" r:id="rId23"/>
    <p:sldId id="269" r:id="rId24"/>
    <p:sldId id="270" r:id="rId25"/>
    <p:sldId id="257" r:id="rId26"/>
    <p:sldId id="265"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 id="3551"/>
          </p14:sldIdLst>
        </p14:section>
        <p14:section name="Deepseek" id="{8CC3907E-2537-4761-B8B4-20CC1D391E20}">
          <p14:sldIdLst>
            <p14:sldId id="3537"/>
            <p14:sldId id="3544"/>
            <p14:sldId id="3540"/>
            <p14:sldId id="3543"/>
            <p14:sldId id="3553"/>
            <p14:sldId id="3545"/>
            <p14:sldId id="3539"/>
            <p14:sldId id="3542"/>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97" d="100"/>
          <a:sy n="97" d="100"/>
        </p:scale>
        <p:origin x="342"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25</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26</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3" r:id="rId3"/>
    <p:sldLayoutId id="2147483664"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9.png"/><Relationship Id="rId7" Type="http://schemas.openxmlformats.org/officeDocument/2006/relationships/image" Target="../media/image23.png"/><Relationship Id="rId12"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26.png"/><Relationship Id="rId5" Type="http://schemas.openxmlformats.org/officeDocument/2006/relationships/image" Target="../media/image21.png"/><Relationship Id="rId10" Type="http://schemas.openxmlformats.org/officeDocument/2006/relationships/image" Target="../media/image25.png"/><Relationship Id="rId4" Type="http://schemas.openxmlformats.org/officeDocument/2006/relationships/image" Target="../media/image20.png"/><Relationship Id="rId9"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2.png"/><Relationship Id="rId7" Type="http://schemas.openxmlformats.org/officeDocument/2006/relationships/image" Target="../media/image45.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2300.png"/><Relationship Id="rId4" Type="http://schemas.openxmlformats.org/officeDocument/2006/relationships/image" Target="../media/image43.png"/></Relationships>
</file>

<file path=ppt/slides/_rels/slide26.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 Id="rId9"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DeepSeek</a:t>
            </a:r>
          </a:p>
          <a:p>
            <a:pPr algn="ctr"/>
            <a:r>
              <a:rPr lang="en-US" altLang="zh-TW" sz="4000" b="1" dirty="0" err="1"/>
              <a:t>MoE</a:t>
            </a:r>
            <a:r>
              <a:rPr lang="en-US" altLang="zh-TW" sz="4000" b="1" dirty="0"/>
              <a:t> v4</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GRPO</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Group Relative Policy Optimizer</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B2E63910-F253-E2D5-02E7-340A2EF7AD1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C8628D0A-2F53-019D-FCF4-A5336008FAE8}"/>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EF6F19A-3451-58E8-8697-318AD268074F}"/>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6EC1F963-38FF-4FBD-3078-667B65632C89}"/>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D1D9E7ED-1DF4-40AD-9D0C-D6915E579097}"/>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9445F788-701C-5DAD-09BD-5CA5D7C867F2}"/>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B63411C-6DA9-0FE1-5F23-BBF61E870E87}"/>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4874F186-A394-A464-D06A-F6A652491053}"/>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32C1A8D9-CAFD-E4F4-8D02-ADEA733E6149}"/>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05A6D66F-7CED-134C-314F-DEC02544ED1A}"/>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B804B385-B965-5CA8-8DA3-69535C503F33}"/>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DC29F3AB-B500-75AB-675F-A38424FFE5C6}"/>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7B5A1F59-FF04-E7F3-8768-6C7C30E5B17D}"/>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C95F26D-0321-50C1-3115-620FE90B80E6}"/>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25D3E59-2745-2449-AEE0-997279C9B25A}"/>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284123-137F-AA66-EE9F-C1CFB6687A68}"/>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4923270-95EE-CF10-BCEA-9FE2711BEAA5}"/>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89F130E7-8EAC-E63E-8462-7F4E5C65E062}"/>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851C5A25-C498-87F0-20B6-134567B329D4}"/>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E3BA1CF8-4363-84CF-7131-B5149DB372E7}"/>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F84A7D28-E74C-28E0-CCA6-D8A7B0EB32C4}"/>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8DF98174-18D8-EDDC-0456-7FD2312C53DF}"/>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66ECF8BB-490B-F72E-5FD9-D4358EA484AD}"/>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F05F8148-2C2C-3C2A-5DF1-8C61473F068F}"/>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E0075763-0FA1-6974-9030-BC3E7AEC24D6}"/>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31FDDE85-1FC4-D0AA-D6A7-E1D2FEF71F2A}"/>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5C942AA1-598E-1CB8-3AA6-F41D2096B280}"/>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9F11D9F9-B6CD-E546-ADD8-3F00F91DF76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214BFF97-6CF7-4E5D-3C8D-6D4F67E0E62C}"/>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E518082B-8CA0-A754-ED86-66DAF216D56B}"/>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E42CE9FA-6ECA-5905-7B4C-C42239015DB9}"/>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FA89319-50A3-8440-10F7-4A3F407DE94F}"/>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82C72F52-F19B-0A34-03EB-4A2A70AA916E}"/>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D388D900-9F41-46B8-725D-0A536108080E}"/>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B40193-515B-FCC1-E915-8F0C4ED51DB6}"/>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42FADD3E-703E-579D-C1B3-9EACEF69BD6C}"/>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6BE22EB-DC5F-E4C7-7860-C939E8EDD621}"/>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26FDE2C-F4F2-FE38-33E0-27AAAAA64D85}"/>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55476094-BF32-F393-1BBC-026A5A1F44E9}"/>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CAA82C02-1CA5-E9C0-EE5E-2CF011A36A19}"/>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5BA32CFF-C0F6-6F4E-C291-A0AF22B3A19D}"/>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1260551797"/>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DeepSeek Sparse Attention(</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50850367"/>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1691680" y="1265195"/>
            <a:ext cx="4901991" cy="6781255"/>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214</TotalTime>
  <Words>7379</Words>
  <Application>Microsoft Office PowerPoint</Application>
  <PresentationFormat>如螢幕大小 (4:3)</PresentationFormat>
  <Paragraphs>1201</Paragraphs>
  <Slides>26</Slides>
  <Notes>15</Notes>
  <HiddenSlides>1</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26</vt:i4>
      </vt:variant>
    </vt:vector>
  </HeadingPairs>
  <TitlesOfParts>
    <vt:vector size="39" baseType="lpstr">
      <vt:lpstr>Google Sans</vt:lpstr>
      <vt:lpstr>Noto Sans HK</vt:lpstr>
      <vt:lpstr>微軟正黑體</vt:lpstr>
      <vt:lpstr>微軟正黑體 Light</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1859</cp:revision>
  <cp:lastPrinted>2024-07-30T01:44:15Z</cp:lastPrinted>
  <dcterms:created xsi:type="dcterms:W3CDTF">2019-11-08T03:01:47Z</dcterms:created>
  <dcterms:modified xsi:type="dcterms:W3CDTF">2026-08-17T06:16:35Z</dcterms:modified>
</cp:coreProperties>
</file>