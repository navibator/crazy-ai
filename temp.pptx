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61" r:id="rId2"/>
    <p:sldId id="3560" r:id="rId3"/>
    <p:sldId id="3563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圖片 184">
            <a:extLst>
              <a:ext uri="{FF2B5EF4-FFF2-40B4-BE49-F238E27FC236}">
                <a16:creationId xmlns:a16="http://schemas.microsoft.com/office/drawing/2014/main" id="{5205A210-9CC8-897C-69C3-139C0F9E2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217" y="413454"/>
            <a:ext cx="2260692" cy="898734"/>
          </a:xfrm>
          <a:prstGeom prst="rect">
            <a:avLst/>
          </a:prstGeom>
        </p:spPr>
      </p:pic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359006"/>
              </p:ext>
            </p:extLst>
          </p:nvPr>
        </p:nvGraphicFramePr>
        <p:xfrm>
          <a:off x="6712195" y="2865683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4122918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414361"/>
              </p:ext>
            </p:extLst>
          </p:nvPr>
        </p:nvGraphicFramePr>
        <p:xfrm>
          <a:off x="4539794" y="2401607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379267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652312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46191"/>
              </p:ext>
            </p:extLst>
          </p:nvPr>
        </p:nvGraphicFramePr>
        <p:xfrm>
          <a:off x="2627784" y="2865683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93" name="矩形 192">
            <a:extLst>
              <a:ext uri="{FF2B5EF4-FFF2-40B4-BE49-F238E27FC236}">
                <a16:creationId xmlns:a16="http://schemas.microsoft.com/office/drawing/2014/main" id="{7D5610A7-E225-1744-85FA-73E7A829145F}"/>
              </a:ext>
            </a:extLst>
          </p:cNvPr>
          <p:cNvSpPr/>
          <p:nvPr/>
        </p:nvSpPr>
        <p:spPr>
          <a:xfrm>
            <a:off x="4842617" y="949564"/>
            <a:ext cx="1054724" cy="571789"/>
          </a:xfrm>
          <a:prstGeom prst="rect">
            <a:avLst/>
          </a:prstGeom>
          <a:solidFill>
            <a:srgbClr val="FFFFCC">
              <a:alpha val="20000"/>
            </a:srgbClr>
          </a:solidFill>
          <a:ln w="19050">
            <a:solidFill>
              <a:srgbClr val="CCCC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824488"/>
              </p:ext>
            </p:extLst>
          </p:nvPr>
        </p:nvGraphicFramePr>
        <p:xfrm>
          <a:off x="6712195" y="2403659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92190"/>
              </p:ext>
            </p:extLst>
          </p:nvPr>
        </p:nvGraphicFramePr>
        <p:xfrm>
          <a:off x="738344" y="2865683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675930"/>
              </p:ext>
            </p:extLst>
          </p:nvPr>
        </p:nvGraphicFramePr>
        <p:xfrm>
          <a:off x="4539795" y="2865683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528131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869250" y="2310167"/>
            <a:ext cx="365760" cy="9144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58034"/>
              </p:ext>
            </p:extLst>
          </p:nvPr>
        </p:nvGraphicFramePr>
        <p:xfrm>
          <a:off x="2627783" y="242270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556792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06215"/>
              </p:ext>
            </p:extLst>
          </p:nvPr>
        </p:nvGraphicFramePr>
        <p:xfrm>
          <a:off x="300959" y="2437277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1" name="表格 170">
            <a:extLst>
              <a:ext uri="{FF2B5EF4-FFF2-40B4-BE49-F238E27FC236}">
                <a16:creationId xmlns:a16="http://schemas.microsoft.com/office/drawing/2014/main" id="{FBF7893D-370E-E635-F92F-954FF74CE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508447"/>
              </p:ext>
            </p:extLst>
          </p:nvPr>
        </p:nvGraphicFramePr>
        <p:xfrm>
          <a:off x="740801" y="2422709"/>
          <a:ext cx="594018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8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584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1928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4086215"/>
            <a:ext cx="365760" cy="9144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556792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h1(4)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55679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528131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762766" y="4530677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4*n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508090"/>
            <a:ext cx="27415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623463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119324" y="3831561"/>
            <a:ext cx="474877" cy="303156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277641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4259582"/>
            <a:ext cx="608581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70902" y="4134717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282099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4131087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542635" y="4005833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79712" y="3573016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297229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284900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284341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304922" y="4124900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h1(4)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0867" y="2719214"/>
            <a:ext cx="293061" cy="349746"/>
            <a:chOff x="1842397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42397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3680261"/>
            <a:ext cx="484682" cy="302600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07131" y="3429000"/>
            <a:ext cx="293061" cy="349746"/>
            <a:chOff x="1842397" y="1757958"/>
            <a:chExt cx="293061" cy="34974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42397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5*n</a:t>
              </a:r>
              <a:endParaRPr lang="zh-TW" altLang="en-US" sz="1200" b="1" dirty="0"/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3166823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924944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863813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3421439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7081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404861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321355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4080" y="4581711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600335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4284651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623463"/>
            <a:ext cx="758718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844824"/>
            <a:ext cx="2482283" cy="446292"/>
            <a:chOff x="6047368" y="1223009"/>
            <a:chExt cx="2482283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482283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482283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206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  <a:ea typeface="微軟正黑體" panose="020B0604030504040204" pitchFamily="34" charset="-120"/>
                </a:rPr>
                <a:t>RNN h#(t) … </a:t>
              </a:r>
              <a:endParaRPr lang="en-US" altLang="zh-TW" sz="1200" baseline="-25000" dirty="0">
                <a:solidFill>
                  <a:schemeClr val="bg1">
                    <a:lumMod val="65000"/>
                  </a:schemeClr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344127" y="40466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7"/>
                  <a:stretch>
                    <a:fillRect l="-4926" b="-74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529618"/>
              </p:ext>
            </p:extLst>
          </p:nvPr>
        </p:nvGraphicFramePr>
        <p:xfrm>
          <a:off x="738344" y="2504260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9C29C9F5-13BB-AFAE-B0B8-222EF571AC41}"/>
              </a:ext>
            </a:extLst>
          </p:cNvPr>
          <p:cNvSpPr txBox="1"/>
          <p:nvPr/>
        </p:nvSpPr>
        <p:spPr>
          <a:xfrm>
            <a:off x="307700" y="5070157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697330"/>
              </p:ext>
            </p:extLst>
          </p:nvPr>
        </p:nvGraphicFramePr>
        <p:xfrm>
          <a:off x="300959" y="2075854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314E1A48-7491-4FA2-069A-FE3A63468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497425"/>
              </p:ext>
            </p:extLst>
          </p:nvPr>
        </p:nvGraphicFramePr>
        <p:xfrm>
          <a:off x="740801" y="2061286"/>
          <a:ext cx="594018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8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584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1928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2048075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單箭頭接點 72">
            <a:extLst>
              <a:ext uri="{FF2B5EF4-FFF2-40B4-BE49-F238E27FC236}">
                <a16:creationId xmlns:a16="http://schemas.microsoft.com/office/drawing/2014/main" id="{E276F26A-E67A-5F9E-9DD0-B9E76138AA5B}"/>
              </a:ext>
            </a:extLst>
          </p:cNvPr>
          <p:cNvCxnSpPr>
            <a:cxnSpLocks/>
          </p:cNvCxnSpPr>
          <p:nvPr/>
        </p:nvCxnSpPr>
        <p:spPr>
          <a:xfrm flipV="1">
            <a:off x="1143657" y="5831387"/>
            <a:ext cx="2354707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F73B786D-CCF0-ECA1-8390-09AFA6DD8F7E}"/>
              </a:ext>
            </a:extLst>
          </p:cNvPr>
          <p:cNvSpPr/>
          <p:nvPr/>
        </p:nvSpPr>
        <p:spPr>
          <a:xfrm>
            <a:off x="3073002" y="6260765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829652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829652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44756"/>
              </p:ext>
            </p:extLst>
          </p:nvPr>
        </p:nvGraphicFramePr>
        <p:xfrm>
          <a:off x="4867338" y="2518782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1193322"/>
              </p:ext>
            </p:extLst>
          </p:nvPr>
        </p:nvGraphicFramePr>
        <p:xfrm>
          <a:off x="4867339" y="2075808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284984"/>
            <a:ext cx="569295" cy="365371"/>
          </a:xfrm>
          <a:prstGeom prst="rect">
            <a:avLst/>
          </a:prstGeom>
          <a:solidFill>
            <a:schemeClr val="accent5">
              <a:lumMod val="20000"/>
              <a:lumOff val="80000"/>
              <a:alpha val="40000"/>
            </a:schemeClr>
          </a:solidFill>
          <a:ln w="15875">
            <a:solidFill>
              <a:schemeClr val="tx2">
                <a:lumMod val="40000"/>
                <a:lumOff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tx2">
                    <a:lumMod val="60000"/>
                    <a:lumOff val="40000"/>
                  </a:schemeClr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932457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335122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826838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940895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325597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820326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501598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942654"/>
            <a:ext cx="1768305" cy="351032"/>
            <a:chOff x="5916347" y="715731"/>
            <a:chExt cx="1768305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768305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768305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103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3" y="2348880"/>
            <a:ext cx="2137355" cy="389474"/>
            <a:chOff x="5916347" y="715731"/>
            <a:chExt cx="2155145" cy="38947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6176614" y="920539"/>
                  <a:ext cx="18948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6614" y="920539"/>
                  <a:ext cx="1894878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1948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  <a:p>
              <a:pPr>
                <a:lnSpc>
                  <a:spcPts val="1600"/>
                </a:lnSpc>
              </a:pPr>
              <a:r>
                <a:rPr lang="en-US" altLang="zh-TW" sz="1200" dirty="0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€(t)</a:t>
              </a:r>
              <a:endParaRPr lang="en-US" altLang="zh-TW" sz="12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38" name="群組 137">
            <a:extLst>
              <a:ext uri="{FF2B5EF4-FFF2-40B4-BE49-F238E27FC236}">
                <a16:creationId xmlns:a16="http://schemas.microsoft.com/office/drawing/2014/main" id="{C3387A01-072B-7CDE-2ACC-02B207308145}"/>
              </a:ext>
            </a:extLst>
          </p:cNvPr>
          <p:cNvGrpSpPr/>
          <p:nvPr/>
        </p:nvGrpSpPr>
        <p:grpSpPr>
          <a:xfrm>
            <a:off x="6834999" y="2810296"/>
            <a:ext cx="1532505" cy="402680"/>
            <a:chOff x="5916347" y="715731"/>
            <a:chExt cx="1532505" cy="40268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9" name="文字方塊 138">
                  <a:extLst>
                    <a:ext uri="{FF2B5EF4-FFF2-40B4-BE49-F238E27FC236}">
                      <a16:creationId xmlns:a16="http://schemas.microsoft.com/office/drawing/2014/main" id="{3EDD72A1-0F9C-CA1E-9B68-D253ABE31A1E}"/>
                    </a:ext>
                  </a:extLst>
                </p:cNvPr>
                <p:cNvSpPr txBox="1"/>
                <p:nvPr/>
              </p:nvSpPr>
              <p:spPr>
                <a:xfrm>
                  <a:off x="6193187" y="933745"/>
                  <a:ext cx="1255665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zh-TW" altLang="en-US" sz="1200" b="0" i="1" smtClean="0">
                            <a:latin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12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zh-TW" altLang="en-US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39" name="文字方塊 138">
                  <a:extLst>
                    <a:ext uri="{FF2B5EF4-FFF2-40B4-BE49-F238E27FC236}">
                      <a16:creationId xmlns:a16="http://schemas.microsoft.com/office/drawing/2014/main" id="{3EDD72A1-0F9C-CA1E-9B68-D253ABE31A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87" y="933745"/>
                  <a:ext cx="125566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913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E8BD2197-07E4-05BC-BCEB-50C25DBCC67B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Cell Status Update</a:t>
              </a:r>
            </a:p>
            <a:p>
              <a:pPr>
                <a:lnSpc>
                  <a:spcPts val="1600"/>
                </a:lnSpc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C(t) 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645024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4033946"/>
            <a:ext cx="1490319" cy="445282"/>
            <a:chOff x="5916347" y="715731"/>
            <a:chExt cx="1490319" cy="40215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6168570" y="933221"/>
                  <a:ext cx="123809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) 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8570" y="933221"/>
                  <a:ext cx="123809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956" t="-2941" b="-235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  <a:p>
              <a:pPr>
                <a:lnSpc>
                  <a:spcPts val="1600"/>
                </a:lnSpc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h(t)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547708"/>
            <a:ext cx="441264" cy="91996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2042438"/>
            <a:ext cx="441264" cy="1425233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467669"/>
            <a:ext cx="441264" cy="697427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5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矩形 156">
            <a:extLst>
              <a:ext uri="{FF2B5EF4-FFF2-40B4-BE49-F238E27FC236}">
                <a16:creationId xmlns:a16="http://schemas.microsoft.com/office/drawing/2014/main" id="{BFFCF24D-9D01-8A2C-5D46-5D3A7C910E54}"/>
              </a:ext>
            </a:extLst>
          </p:cNvPr>
          <p:cNvSpPr/>
          <p:nvPr/>
        </p:nvSpPr>
        <p:spPr>
          <a:xfrm>
            <a:off x="6624392" y="6105578"/>
            <a:ext cx="484682" cy="302600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64" name="直線單箭頭接點 163">
            <a:extLst>
              <a:ext uri="{FF2B5EF4-FFF2-40B4-BE49-F238E27FC236}">
                <a16:creationId xmlns:a16="http://schemas.microsoft.com/office/drawing/2014/main" id="{74520EDD-DA00-47CC-DEBE-B904FAACB9DE}"/>
              </a:ext>
            </a:extLst>
          </p:cNvPr>
          <p:cNvCxnSpPr>
            <a:cxnSpLocks/>
          </p:cNvCxnSpPr>
          <p:nvPr/>
        </p:nvCxnSpPr>
        <p:spPr>
          <a:xfrm flipH="1" flipV="1">
            <a:off x="1775256" y="6260765"/>
            <a:ext cx="887808" cy="510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DC1859F7-D489-2A5B-0906-3BB29F11F31A}"/>
              </a:ext>
            </a:extLst>
          </p:cNvPr>
          <p:cNvSpPr txBox="1"/>
          <p:nvPr/>
        </p:nvSpPr>
        <p:spPr>
          <a:xfrm>
            <a:off x="1912045" y="5614340"/>
            <a:ext cx="152825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C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879258"/>
            <a:ext cx="453439" cy="2848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2042437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557233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群組 224">
            <a:extLst>
              <a:ext uri="{FF2B5EF4-FFF2-40B4-BE49-F238E27FC236}">
                <a16:creationId xmlns:a16="http://schemas.microsoft.com/office/drawing/2014/main" id="{4EDFC4CA-8340-2305-3705-84B83E53F2C6}"/>
              </a:ext>
            </a:extLst>
          </p:cNvPr>
          <p:cNvGrpSpPr/>
          <p:nvPr/>
        </p:nvGrpSpPr>
        <p:grpSpPr>
          <a:xfrm>
            <a:off x="289562" y="880524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D010F2B0-0962-2865-0ACE-3EAED802A40C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D010F2B0-0962-2865-0ACE-3EAED802A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10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80DA070A-EB5E-313C-8261-FDC2A20FCE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h1(4)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2046094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551953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4163222"/>
            <a:ext cx="586828" cy="871"/>
          </a:xfrm>
          <a:prstGeom prst="straightConnector1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 flipV="1">
            <a:off x="3430048" y="4163222"/>
            <a:ext cx="642392" cy="1875"/>
          </a:xfrm>
          <a:prstGeom prst="straightConnector1">
            <a:avLst/>
          </a:prstGeom>
          <a:ln w="15875">
            <a:solidFill>
              <a:schemeClr val="accent5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547708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3051763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3048570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3048570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D4C4E142-C657-8251-FE86-BC7B17631D19}"/>
              </a:ext>
            </a:extLst>
          </p:cNvPr>
          <p:cNvSpPr/>
          <p:nvPr/>
        </p:nvSpPr>
        <p:spPr>
          <a:xfrm>
            <a:off x="1331002" y="5307778"/>
            <a:ext cx="196994" cy="173105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l-GR" altLang="zh-TW" sz="14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tx2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9B2D4CE4-1656-DD83-BB97-6894531A2BA8}"/>
              </a:ext>
            </a:extLst>
          </p:cNvPr>
          <p:cNvSpPr txBox="1"/>
          <p:nvPr/>
        </p:nvSpPr>
        <p:spPr>
          <a:xfrm>
            <a:off x="936453" y="5371151"/>
            <a:ext cx="152825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i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B2F376C8-9C15-2574-2564-4E95077635ED}"/>
              </a:ext>
            </a:extLst>
          </p:cNvPr>
          <p:cNvSpPr txBox="1"/>
          <p:nvPr/>
        </p:nvSpPr>
        <p:spPr>
          <a:xfrm>
            <a:off x="662201" y="5924390"/>
            <a:ext cx="206230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O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CC10C95-D396-BF24-A1A2-3546DCAFEE9B}"/>
                  </a:ext>
                </a:extLst>
              </p:cNvPr>
              <p:cNvSpPr txBox="1"/>
              <p:nvPr/>
            </p:nvSpPr>
            <p:spPr>
              <a:xfrm>
                <a:off x="697495" y="6417677"/>
                <a:ext cx="152825" cy="1891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altLang="zh-TW" sz="1200" b="1" i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200" b="1" i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ACC10C95-D396-BF24-A1A2-3546DCAFE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95" y="6417677"/>
                <a:ext cx="152825" cy="189154"/>
              </a:xfrm>
              <a:prstGeom prst="rect">
                <a:avLst/>
              </a:prstGeom>
              <a:blipFill>
                <a:blip r:embed="rId11"/>
                <a:stretch>
                  <a:fillRect l="-32000" t="-41935" r="-64000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90C6B832-AE33-5F81-DBD3-F8B053CF81E1}"/>
              </a:ext>
            </a:extLst>
          </p:cNvPr>
          <p:cNvSpPr/>
          <p:nvPr/>
        </p:nvSpPr>
        <p:spPr>
          <a:xfrm>
            <a:off x="1030267" y="5818547"/>
            <a:ext cx="438267" cy="226925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n-US" altLang="zh-TW" sz="1200" b="1" dirty="0">
                <a:solidFill>
                  <a:schemeClr val="tx2"/>
                </a:solidFill>
                <a:cs typeface="Calibri" panose="020F0502020204030204" pitchFamily="34" charset="0"/>
              </a:rPr>
              <a:t>tanh</a:t>
            </a:r>
            <a:endParaRPr lang="en-US" altLang="zh-TW" sz="1200" b="1" baseline="-25000" dirty="0">
              <a:solidFill>
                <a:schemeClr val="tx2"/>
              </a:solidFill>
            </a:endParaRP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990C2E5-B935-FE62-81C1-4C191C9CDA43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7190" y="6038561"/>
            <a:ext cx="355011" cy="1907"/>
          </a:xfrm>
          <a:prstGeom prst="straightConnector1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F2C0B2EB-38AC-627B-54DA-2904282C97B3}"/>
              </a:ext>
            </a:extLst>
          </p:cNvPr>
          <p:cNvCxnSpPr>
            <a:cxnSpLocks/>
            <a:endCxn id="16" idx="3"/>
          </p:cNvCxnSpPr>
          <p:nvPr/>
        </p:nvCxnSpPr>
        <p:spPr>
          <a:xfrm flipH="1">
            <a:off x="868431" y="6038796"/>
            <a:ext cx="753644" cy="1672"/>
          </a:xfrm>
          <a:prstGeom prst="straightConnector1">
            <a:avLst/>
          </a:prstGeom>
          <a:ln w="15875">
            <a:solidFill>
              <a:schemeClr val="accent5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E7DC010-8D29-0BDA-C8B0-92B6174413FD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295150" y="6512254"/>
            <a:ext cx="402345" cy="2647"/>
          </a:xfrm>
          <a:prstGeom prst="straightConnector1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C367DB9C-706C-6DB1-AB1F-8C984C8D4F40}"/>
              </a:ext>
            </a:extLst>
          </p:cNvPr>
          <p:cNvCxnSpPr>
            <a:cxnSpLocks/>
            <a:endCxn id="17" idx="3"/>
          </p:cNvCxnSpPr>
          <p:nvPr/>
        </p:nvCxnSpPr>
        <p:spPr>
          <a:xfrm flipH="1" flipV="1">
            <a:off x="850320" y="6512254"/>
            <a:ext cx="771755" cy="1644"/>
          </a:xfrm>
          <a:prstGeom prst="straightConnector1">
            <a:avLst/>
          </a:prstGeom>
          <a:ln w="15875">
            <a:solidFill>
              <a:schemeClr val="accent5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AC259EE-F6FA-9AEF-1220-71D37A3966E0}"/>
              </a:ext>
            </a:extLst>
          </p:cNvPr>
          <p:cNvSpPr/>
          <p:nvPr/>
        </p:nvSpPr>
        <p:spPr>
          <a:xfrm>
            <a:off x="3757077" y="6369327"/>
            <a:ext cx="438267" cy="19282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n-US" altLang="zh-TW" sz="1200" b="1" dirty="0">
                <a:solidFill>
                  <a:schemeClr val="tx2"/>
                </a:solidFill>
                <a:cs typeface="Calibri" panose="020F0502020204030204" pitchFamily="34" charset="0"/>
              </a:rPr>
              <a:t>tanh</a:t>
            </a:r>
            <a:endParaRPr lang="en-US" altLang="zh-TW" sz="1200" b="1" baseline="-250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435705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/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696844" y="4033946"/>
            <a:ext cx="733204" cy="25855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/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3051764"/>
            <a:ext cx="441264" cy="415907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BDA27FC2-E4C8-3138-9905-EFE69276A75E}"/>
              </a:ext>
            </a:extLst>
          </p:cNvPr>
          <p:cNvSpPr txBox="1"/>
          <p:nvPr/>
        </p:nvSpPr>
        <p:spPr>
          <a:xfrm>
            <a:off x="5388527" y="6440213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h1(t)</a:t>
            </a:r>
            <a:endParaRPr lang="zh-TW" altLang="en-US" sz="1200" dirty="0"/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687A1E7C-3827-EB8D-4AD8-128468D0B531}"/>
              </a:ext>
            </a:extLst>
          </p:cNvPr>
          <p:cNvSpPr txBox="1"/>
          <p:nvPr/>
        </p:nvSpPr>
        <p:spPr>
          <a:xfrm>
            <a:off x="496322" y="627699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772816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844824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967169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24212" y="3160018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3F666D54-1D00-2357-4408-3AF7641B328D}"/>
              </a:ext>
            </a:extLst>
          </p:cNvPr>
          <p:cNvGrpSpPr/>
          <p:nvPr/>
        </p:nvGrpSpPr>
        <p:grpSpPr>
          <a:xfrm>
            <a:off x="6480938" y="6045472"/>
            <a:ext cx="2482283" cy="446292"/>
            <a:chOff x="6047368" y="1223009"/>
            <a:chExt cx="2482283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29BCC17-8CF9-03AE-F9AD-954710B0C938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482283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29BCC17-8CF9-03AE-F9AD-954710B0C9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482283" cy="215700"/>
                </a:xfrm>
                <a:prstGeom prst="rect">
                  <a:avLst/>
                </a:prstGeom>
                <a:blipFill>
                  <a:blip r:embed="rId12"/>
                  <a:stretch>
                    <a:fillRect l="-2211" b="-2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2677B485-33BD-D443-495C-206A48618F57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  <a:ea typeface="微軟正黑體" panose="020B0604030504040204" pitchFamily="34" charset="-120"/>
                </a:rPr>
                <a:t>RNN h#(t) … </a:t>
              </a:r>
              <a:endParaRPr lang="en-US" altLang="zh-TW" sz="1200" baseline="-25000" dirty="0">
                <a:solidFill>
                  <a:schemeClr val="bg1">
                    <a:lumMod val="65000"/>
                  </a:schemeClr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9254CDDD-C926-D3E9-E3AA-00DFDF2FDA9E}"/>
              </a:ext>
            </a:extLst>
          </p:cNvPr>
          <p:cNvSpPr txBox="1"/>
          <p:nvPr/>
        </p:nvSpPr>
        <p:spPr>
          <a:xfrm>
            <a:off x="4302508" y="5774506"/>
            <a:ext cx="199239" cy="22376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U</a:t>
            </a:r>
            <a:r>
              <a:rPr lang="en-US" altLang="zh-TW" sz="1400" b="1" baseline="-25000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933383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/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2132856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/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611981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/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707876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3031245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1521" y="3335943"/>
            <a:ext cx="279601" cy="19454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8F445768-2CF1-B42C-E7FC-D81D32DD27EE}"/>
              </a:ext>
            </a:extLst>
          </p:cNvPr>
          <p:cNvSpPr txBox="1"/>
          <p:nvPr/>
        </p:nvSpPr>
        <p:spPr>
          <a:xfrm>
            <a:off x="4302508" y="6144005"/>
            <a:ext cx="924781" cy="23950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 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tanh = C</a:t>
            </a:r>
            <a:r>
              <a:rPr lang="en-US" altLang="zh-TW" sz="1400" b="1" baseline="-25000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723794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h(4)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9227573"/>
              </p:ext>
            </p:extLst>
          </p:nvPr>
        </p:nvGraphicFramePr>
        <p:xfrm>
          <a:off x="5522179" y="2518782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640365"/>
              </p:ext>
            </p:extLst>
          </p:nvPr>
        </p:nvGraphicFramePr>
        <p:xfrm>
          <a:off x="5522180" y="2075808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844824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723794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C(4)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284985"/>
            <a:ext cx="569295" cy="355845"/>
          </a:xfrm>
          <a:prstGeom prst="rect">
            <a:avLst/>
          </a:prstGeom>
          <a:solidFill>
            <a:schemeClr val="accent5">
              <a:lumMod val="20000"/>
              <a:lumOff val="80000"/>
              <a:alpha val="40000"/>
            </a:schemeClr>
          </a:solidFill>
          <a:ln w="15875">
            <a:solidFill>
              <a:schemeClr val="tx2">
                <a:lumMod val="40000"/>
                <a:lumOff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2">
                    <a:lumMod val="60000"/>
                    <a:lumOff val="40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896082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573016"/>
            <a:ext cx="1944216" cy="192822"/>
            <a:chOff x="2277562" y="3566144"/>
            <a:chExt cx="1944216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830608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C(4)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25634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C3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79099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314303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27784" y="4725144"/>
            <a:ext cx="1608266" cy="182880"/>
            <a:chOff x="2516143" y="4590653"/>
            <a:chExt cx="1608266" cy="182880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733239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h(4)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2937434" y="4590653"/>
              <a:ext cx="733204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 C4 )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516143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784886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57751" y="4218243"/>
            <a:ext cx="339942" cy="1925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/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O4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798593" y="4396014"/>
            <a:ext cx="314383" cy="343877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96C8218-1559-7D81-3C83-97ED7848E608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FE2D4A12-7DE5-D645-4930-4C243C222D92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89A85F49-E9EE-2A3F-9C5F-B359E43A192F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952511F5-122B-7672-6F39-15FB4E72019D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2C43022C-F091-8CFC-69FB-065E447B1249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7188202-F1B9-E181-F924-1D279F5BA0D2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41463" r="-25773" b="-1325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4C69D51-1D28-7D46-D4F3-7BE78FE1AE01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b="0" i="0" dirty="0" smtClean="0">
                          <a:solidFill>
                            <a:prstClr val="black"/>
                          </a:solidFill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4C69D51-1D28-7D46-D4F3-7BE78FE1A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4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79D62CE4-E91E-3981-9BF3-2C1BE29B1BC3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DF4894-29E0-7855-ACBE-49137CE41C09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EF5505A-877F-0AB9-92CB-3BEEFA4D3C43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78B2AA1-3FF7-5D57-9091-4447938193D0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09A5A324-3DEC-03BE-2AE4-D9D702A8112A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2DE1953-49AE-101D-1BFB-FD07A518B130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E3F54B8A-B657-67EA-3222-54AE4FAC6F79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CF0BEBF6-5813-CF95-1FA4-C0C39E260B81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D0C52DBD-DEB6-AFFA-E98D-75380BBC0371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FD0449CD-2130-D541-F9FD-A9750EEB6BF7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35A5F392-B90C-AD01-59A7-501B83DBBAC6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92B6EA84-82D7-9B13-9C67-46BDF886A2A7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2E09DC6D-F60A-A48C-51C2-6B9D5204E5DE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BFFF05FC-B9A5-6CC5-758F-A8A192F39652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1A904E3C-14D7-4DD7-2DB3-3CE890071D3A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572CC80-221C-CFA8-6CA0-C9209C8C0807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1C097F63-2D37-58F6-D724-29AD948117B6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830D44BB-39A0-3014-543C-89117CBE1B64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D7EA4EE-F758-B904-E7DF-513A69A187EC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9F5A2A00-AA2B-2668-0A78-241389E1C38B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038876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B819329B-F084-4216-7BA9-DE8E75792C0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181CB809-ECAA-D9D0-D1EB-2F3D9BA9F17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6340DE9-B9F8-5D8E-F0D8-531BF19180DC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DE51605-7F17-B0D7-1EE1-7A6FACF24754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589B9766-37D4-CE54-10FC-FC09AB6106AB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33EEE794-1D55-0142-2347-DA849F37E466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5B5DC91F-8035-D277-E5EB-16D37B4A6F0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C6440293-C01A-CD1D-8B26-EB5E7FF89915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5F5C135D-A705-2E2A-4B4F-4C7DB4C0E927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B0C79619-D968-AE9D-9EF0-27A69B99A3B8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ED8138D6-F08E-4EEC-726E-2CBE7DD8AA4E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597F843D-2535-3972-0FCE-B49E5D1BC5AE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09C897FE-19BF-2501-23EF-DC208C9BA9B7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B8E866B7-6A7F-1A8A-4859-1E7634CD5A35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FFDADA24-F9F5-1B4A-8D88-A8ECB7DF7435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9035F860-043F-CB1C-452D-12BB448F6CB0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AE4EF9D-5E03-3A97-5347-A63D5BDFCD91}"/>
              </a:ext>
            </a:extLst>
          </p:cNvPr>
          <p:cNvSpPr txBox="1"/>
          <p:nvPr/>
        </p:nvSpPr>
        <p:spPr>
          <a:xfrm rot="5400000">
            <a:off x="171159" y="4278428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774145-47A3-1B87-EBD6-A809DD66E8B2}"/>
              </a:ext>
            </a:extLst>
          </p:cNvPr>
          <p:cNvSpPr txBox="1"/>
          <p:nvPr/>
        </p:nvSpPr>
        <p:spPr>
          <a:xfrm rot="5400000">
            <a:off x="7479834" y="4278428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6EC4E76-390F-BD7E-09C8-849BF75148E3}"/>
              </a:ext>
            </a:extLst>
          </p:cNvPr>
          <p:cNvSpPr txBox="1"/>
          <p:nvPr/>
        </p:nvSpPr>
        <p:spPr>
          <a:xfrm>
            <a:off x="1684299" y="2276872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2834</TotalTime>
  <Words>644</Words>
  <Application>Microsoft Office PowerPoint</Application>
  <PresentationFormat>如螢幕大小 (4:3)</PresentationFormat>
  <Paragraphs>398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Noto Sans HK</vt:lpstr>
      <vt:lpstr>微軟正黑體</vt:lpstr>
      <vt:lpstr>ADLaM Display</vt:lpstr>
      <vt:lpstr>Arial</vt:lpstr>
      <vt:lpstr>Calibri</vt:lpstr>
      <vt:lpstr>Cambria Math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1955</cp:revision>
  <cp:lastPrinted>2024-07-30T01:44:15Z</cp:lastPrinted>
  <dcterms:created xsi:type="dcterms:W3CDTF">2019-11-08T03:01:47Z</dcterms:created>
  <dcterms:modified xsi:type="dcterms:W3CDTF">2026-09-24T09:33:44Z</dcterms:modified>
</cp:coreProperties>
</file>