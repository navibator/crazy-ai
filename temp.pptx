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3561" r:id="rId2"/>
    <p:sldId id="3560" r:id="rId3"/>
    <p:sldId id="3563" r:id="rId4"/>
    <p:sldId id="3565" r:id="rId5"/>
    <p:sldId id="3564" r:id="rId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571481"/>
              </p:ext>
            </p:extLst>
          </p:nvPr>
        </p:nvGraphicFramePr>
        <p:xfrm>
          <a:off x="4123359" y="2291286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5510D0E8-2137-067B-4912-0FDC80B8D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74412"/>
              </p:ext>
            </p:extLst>
          </p:nvPr>
        </p:nvGraphicFramePr>
        <p:xfrm>
          <a:off x="997916" y="4819594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2" name="表格 121">
            <a:extLst>
              <a:ext uri="{FF2B5EF4-FFF2-40B4-BE49-F238E27FC236}">
                <a16:creationId xmlns:a16="http://schemas.microsoft.com/office/drawing/2014/main" id="{F831C1E9-AAD8-C039-1426-90D3764A8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219043"/>
              </p:ext>
            </p:extLst>
          </p:nvPr>
        </p:nvGraphicFramePr>
        <p:xfrm>
          <a:off x="318321" y="381794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3" name="表格 122">
            <a:extLst>
              <a:ext uri="{FF2B5EF4-FFF2-40B4-BE49-F238E27FC236}">
                <a16:creationId xmlns:a16="http://schemas.microsoft.com/office/drawing/2014/main" id="{690931C8-4EE7-0DC1-D5DB-E98645D43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885648"/>
              </p:ext>
            </p:extLst>
          </p:nvPr>
        </p:nvGraphicFramePr>
        <p:xfrm>
          <a:off x="1582628" y="4132546"/>
          <a:ext cx="65393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5935519" y="5719872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25" name="表格 124">
            <a:extLst>
              <a:ext uri="{FF2B5EF4-FFF2-40B4-BE49-F238E27FC236}">
                <a16:creationId xmlns:a16="http://schemas.microsoft.com/office/drawing/2014/main" id="{DCD1735D-9E95-D9CC-8B26-1EB0411ED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070174"/>
              </p:ext>
            </p:extLst>
          </p:nvPr>
        </p:nvGraphicFramePr>
        <p:xfrm>
          <a:off x="305599" y="571236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052466"/>
            <a:ext cx="720136" cy="2798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5919284" y="55038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6E6D8C74-7269-61F2-83B4-321FB9B5DF05}"/>
              </a:ext>
            </a:extLst>
          </p:cNvPr>
          <p:cNvSpPr txBox="1"/>
          <p:nvPr/>
        </p:nvSpPr>
        <p:spPr>
          <a:xfrm>
            <a:off x="4881104" y="5761080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cxnSp>
        <p:nvCxnSpPr>
          <p:cNvPr id="134" name="接點: 肘形 133">
            <a:extLst>
              <a:ext uri="{FF2B5EF4-FFF2-40B4-BE49-F238E27FC236}">
                <a16:creationId xmlns:a16="http://schemas.microsoft.com/office/drawing/2014/main" id="{B9570F86-6858-AEEC-3F37-CC9AA130F1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4253" y="6011108"/>
            <a:ext cx="430738" cy="734190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763744" y="2944466"/>
            <a:ext cx="504000" cy="21600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D7E2B53-B154-CA41-C74C-B6282BF897B8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B4271AA-F623-3FD1-B691-9BF203024A06}"/>
              </a:ext>
            </a:extLst>
          </p:cNvPr>
          <p:cNvSpPr txBox="1"/>
          <p:nvPr/>
        </p:nvSpPr>
        <p:spPr>
          <a:xfrm>
            <a:off x="561759" y="30290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84896"/>
            <a:ext cx="720136" cy="94740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720136" cy="34871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763744" y="3573016"/>
            <a:ext cx="504000" cy="216000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763744" y="2276896"/>
            <a:ext cx="504000" cy="2160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4" name="直線單箭頭接點 143">
            <a:extLst>
              <a:ext uri="{FF2B5EF4-FFF2-40B4-BE49-F238E27FC236}">
                <a16:creationId xmlns:a16="http://schemas.microsoft.com/office/drawing/2014/main" id="{46441C92-7A27-80FB-29F2-BCA55103EFA8}"/>
              </a:ext>
            </a:extLst>
          </p:cNvPr>
          <p:cNvCxnSpPr>
            <a:cxnSpLocks/>
          </p:cNvCxnSpPr>
          <p:nvPr/>
        </p:nvCxnSpPr>
        <p:spPr>
          <a:xfrm flipV="1">
            <a:off x="1652407" y="60804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46761" y="4132546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CC75FE5C-6383-587B-4BDB-302CB74F6C6C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/>
              <p:nvPr/>
            </p:nvSpPr>
            <p:spPr>
              <a:xfrm>
                <a:off x="6456850" y="3536893"/>
                <a:ext cx="2625078" cy="6121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1" i="0" smtClean="0">
                        <a:latin typeface="Cambria Math" panose="02040503050406030204" pitchFamily="18" charset="0"/>
                      </a:rPr>
                      <m:t>𝐝𝐢𝐚𝐠</m:t>
                    </m:r>
                    <m:d>
                      <m:dPr>
                        <m:ctrlPr>
                          <a:rPr lang="en-US" altLang="zh-TW" sz="12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  <m:t>𝐠</m:t>
                            </m:r>
                          </m:e>
                          <m:sub>
                            <m: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850" y="3536893"/>
                <a:ext cx="2625078" cy="612187"/>
              </a:xfrm>
              <a:prstGeom prst="rect">
                <a:avLst/>
              </a:prstGeom>
              <a:blipFill>
                <a:blip r:embed="rId3"/>
                <a:stretch>
                  <a:fillRect l="-2088" t="-49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/>
              <p:nvPr/>
            </p:nvSpPr>
            <p:spPr>
              <a:xfrm>
                <a:off x="6456850" y="1304659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850" y="1304659"/>
                <a:ext cx="1120515" cy="775130"/>
              </a:xfrm>
              <a:prstGeom prst="rect">
                <a:avLst/>
              </a:prstGeom>
              <a:blipFill>
                <a:blip r:embed="rId4"/>
                <a:stretch>
                  <a:fillRect l="-3804" t="-9449" r="-10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blipFill>
                <a:blip r:embed="rId5"/>
                <a:stretch>
                  <a:fillRect l="-39394" b="-3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/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blipFill>
                <a:blip r:embed="rId6"/>
                <a:stretch>
                  <a:fillRect l="-2653" b="-36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/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blipFill>
                <a:blip r:embed="rId7"/>
                <a:stretch>
                  <a:fillRect l="-2457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/>
              <p:nvPr/>
            </p:nvSpPr>
            <p:spPr>
              <a:xfrm>
                <a:off x="6549685" y="4914963"/>
                <a:ext cx="1555939" cy="2128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685" y="4914963"/>
                <a:ext cx="1555939" cy="212815"/>
              </a:xfrm>
              <a:prstGeom prst="rect">
                <a:avLst/>
              </a:prstGeom>
              <a:blipFill>
                <a:blip r:embed="rId8"/>
                <a:stretch>
                  <a:fillRect l="-3516" b="-2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599344AF-F1F8-FD63-A937-3FBA6245DB1D}"/>
              </a:ext>
            </a:extLst>
          </p:cNvPr>
          <p:cNvSpPr txBox="1"/>
          <p:nvPr/>
        </p:nvSpPr>
        <p:spPr>
          <a:xfrm>
            <a:off x="704833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76A79F84-D70F-0E0B-8903-70B8A64E3260}"/>
              </a:ext>
            </a:extLst>
          </p:cNvPr>
          <p:cNvSpPr/>
          <p:nvPr/>
        </p:nvSpPr>
        <p:spPr>
          <a:xfrm>
            <a:off x="6456850" y="980728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/>
              <p:nvPr/>
            </p:nvSpPr>
            <p:spPr>
              <a:xfrm>
                <a:off x="5671713" y="1806692"/>
                <a:ext cx="4012855" cy="13342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r>
                  <a:rPr lang="en-US" altLang="zh-TW" sz="1200" i="1" dirty="0">
                    <a:latin typeface="Cambria Math" panose="02040503050406030204" pitchFamily="18" charset="0"/>
                  </a:rPr>
                  <a:t>….</a:t>
                </a:r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nor/>
                      </m:rPr>
                      <a:rPr lang="en-US" altLang="zh-TW" sz="1200" i="0" dirty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713" y="1806692"/>
                <a:ext cx="4012855" cy="1334276"/>
              </a:xfrm>
              <a:prstGeom prst="rect">
                <a:avLst/>
              </a:prstGeom>
              <a:blipFill>
                <a:blip r:embed="rId9"/>
                <a:stretch>
                  <a:fillRect l="-2276" t="-457" r="-607" b="-342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983340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F7E25102-87C9-22FA-4C0B-F7E00DDC07DE}"/>
              </a:ext>
            </a:extLst>
          </p:cNvPr>
          <p:cNvSpPr txBox="1"/>
          <p:nvPr/>
        </p:nvSpPr>
        <p:spPr>
          <a:xfrm>
            <a:off x="320533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1</a:t>
            </a:r>
            <a:endParaRPr lang="zh-TW" altLang="en-US" sz="1200" b="1" dirty="0"/>
          </a:p>
        </p:txBody>
      </p:sp>
      <p:cxnSp>
        <p:nvCxnSpPr>
          <p:cNvPr id="193" name="直線單箭頭接點 192">
            <a:extLst>
              <a:ext uri="{FF2B5EF4-FFF2-40B4-BE49-F238E27FC236}">
                <a16:creationId xmlns:a16="http://schemas.microsoft.com/office/drawing/2014/main" id="{D8CA9DE4-0821-D607-D030-CAB6723BAD7D}"/>
              </a:ext>
            </a:extLst>
          </p:cNvPr>
          <p:cNvCxnSpPr>
            <a:cxnSpLocks/>
          </p:cNvCxnSpPr>
          <p:nvPr/>
        </p:nvCxnSpPr>
        <p:spPr>
          <a:xfrm flipV="1">
            <a:off x="1141152" y="669398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線單箭頭接點 193">
            <a:extLst>
              <a:ext uri="{FF2B5EF4-FFF2-40B4-BE49-F238E27FC236}">
                <a16:creationId xmlns:a16="http://schemas.microsoft.com/office/drawing/2014/main" id="{EDE86359-490A-CF17-582B-23217EDAD9B5}"/>
              </a:ext>
            </a:extLst>
          </p:cNvPr>
          <p:cNvCxnSpPr>
            <a:cxnSpLocks/>
          </p:cNvCxnSpPr>
          <p:nvPr/>
        </p:nvCxnSpPr>
        <p:spPr>
          <a:xfrm flipV="1">
            <a:off x="1336664" y="6275908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22966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56EC539-5598-894F-CFBF-70B378201F28}"/>
              </a:ext>
            </a:extLst>
          </p:cNvPr>
          <p:cNvSpPr txBox="1"/>
          <p:nvPr/>
        </p:nvSpPr>
        <p:spPr>
          <a:xfrm>
            <a:off x="1230917" y="207556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22966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FDB48C87-17D2-0784-E986-2BA14C39D7FB}"/>
              </a:ext>
            </a:extLst>
          </p:cNvPr>
          <p:cNvSpPr txBox="1"/>
          <p:nvPr/>
        </p:nvSpPr>
        <p:spPr>
          <a:xfrm>
            <a:off x="1236678" y="344843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22966" y="28497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30917" y="271805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D79E310-4559-0CCB-B6F4-C1C3BBDD6D87}"/>
              </a:ext>
            </a:extLst>
          </p:cNvPr>
          <p:cNvSpPr/>
          <p:nvPr/>
        </p:nvSpPr>
        <p:spPr>
          <a:xfrm>
            <a:off x="2332895" y="4374547"/>
            <a:ext cx="474024" cy="394774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1840192" y="270892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aphicFrame>
        <p:nvGraphicFramePr>
          <p:cNvPr id="235" name="表格 234">
            <a:extLst>
              <a:ext uri="{FF2B5EF4-FFF2-40B4-BE49-F238E27FC236}">
                <a16:creationId xmlns:a16="http://schemas.microsoft.com/office/drawing/2014/main" id="{4171B599-C26B-2A13-7324-B63E9A9FC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47628"/>
              </p:ext>
            </p:extLst>
          </p:nvPr>
        </p:nvGraphicFramePr>
        <p:xfrm>
          <a:off x="253862" y="4422455"/>
          <a:ext cx="890017" cy="1139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32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8148866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5269881" y="2291286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123359" y="2056031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0DF9D0E2-9CF0-57D7-6A9B-A1D857CB0F64}"/>
              </a:ext>
            </a:extLst>
          </p:cNvPr>
          <p:cNvGrpSpPr/>
          <p:nvPr/>
        </p:nvGrpSpPr>
        <p:grpSpPr>
          <a:xfrm>
            <a:off x="2623777" y="3888709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文字方塊 3">
                  <a:extLst>
                    <a:ext uri="{FF2B5EF4-FFF2-40B4-BE49-F238E27FC236}">
                      <a16:creationId xmlns:a16="http://schemas.microsoft.com/office/drawing/2014/main" id="{6CA33C43-FF92-3181-89D6-24A084F93A7B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solidFill>
                                          <a:schemeClr val="tx1">
                                            <a:lumMod val="50000"/>
                                            <a:lumOff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solidFill>
                                          <a:schemeClr val="tx1">
                                            <a:lumMod val="50000"/>
                                            <a:lumOff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solidFill>
                                          <a:schemeClr val="tx1">
                                            <a:lumMod val="50000"/>
                                            <a:lumOff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solidFill>
                                          <a:schemeClr val="tx1">
                                            <a:lumMod val="50000"/>
                                            <a:lumOff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solidFill>
                                              <a:schemeClr val="tx1">
                                                <a:lumMod val="50000"/>
                                                <a:lumOff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solidFill>
                                              <a:schemeClr val="tx1">
                                                <a:lumMod val="50000"/>
                                                <a:lumOff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solidFill>
                                              <a:schemeClr val="tx1">
                                                <a:lumMod val="50000"/>
                                                <a:lumOff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" name="文字方塊 3">
                  <a:extLst>
                    <a:ext uri="{FF2B5EF4-FFF2-40B4-BE49-F238E27FC236}">
                      <a16:creationId xmlns:a16="http://schemas.microsoft.com/office/drawing/2014/main" id="{6CA33C43-FF92-3181-89D6-24A084F93A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10"/>
                  <a:stretch>
                    <a:fillRect l="-2400" b="-3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6F9099F-CCF7-939F-23F2-17535A8CB092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0885AD78-6336-ECA7-7B88-31E34CAC37C6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0885AD78-6336-ECA7-7B88-31E34CAC37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11"/>
                  <a:stretch>
                    <a:fillRect l="-8594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E747FDB-B6CC-F6DC-A4C8-3401C7F65859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Attention( 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B3DAC59F-4E52-B681-508A-09115973089A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B3DAC59F-4E52-B681-508A-0911597308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12"/>
                  <a:stretch>
                    <a:fillRect l="-2394" r="-2128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A80631A-4699-D2DD-0E70-A968006BA4EB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879665" y="2286227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/>
              <p:nvPr/>
            </p:nvSpPr>
            <p:spPr>
              <a:xfrm>
                <a:off x="6638451" y="276520"/>
                <a:ext cx="1276440" cy="188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451" y="276520"/>
                <a:ext cx="1276440" cy="188000"/>
              </a:xfrm>
              <a:prstGeom prst="rect">
                <a:avLst/>
              </a:prstGeom>
              <a:blipFill>
                <a:blip r:embed="rId13"/>
                <a:stretch>
                  <a:fillRect l="-4306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3C45C008-F6CA-2DA8-6C2A-1B529F1630C2}"/>
                  </a:ext>
                </a:extLst>
              </p:cNvPr>
              <p:cNvSpPr txBox="1"/>
              <p:nvPr/>
            </p:nvSpPr>
            <p:spPr>
              <a:xfrm>
                <a:off x="6638451" y="46250"/>
                <a:ext cx="2485680" cy="1887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3C45C008-F6CA-2DA8-6C2A-1B529F163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451" y="46250"/>
                <a:ext cx="2485680" cy="188770"/>
              </a:xfrm>
              <a:prstGeom prst="rect">
                <a:avLst/>
              </a:prstGeom>
              <a:blipFill>
                <a:blip r:embed="rId14"/>
                <a:stretch>
                  <a:fillRect l="-2206" t="-3226" b="-387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直角三角形 19">
            <a:extLst>
              <a:ext uri="{FF2B5EF4-FFF2-40B4-BE49-F238E27FC236}">
                <a16:creationId xmlns:a16="http://schemas.microsoft.com/office/drawing/2014/main" id="{DB3D77F9-695C-C37F-EB7A-CBB3C456A48D}"/>
              </a:ext>
            </a:extLst>
          </p:cNvPr>
          <p:cNvSpPr/>
          <p:nvPr/>
        </p:nvSpPr>
        <p:spPr>
          <a:xfrm rot="10800000">
            <a:off x="4407787" y="2355651"/>
            <a:ext cx="716852" cy="702814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4439053" y="276904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4780359" y="2410846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27EE58E-7179-AAD0-1565-FBD0FED1BB51}"/>
                  </a:ext>
                </a:extLst>
              </p:cNvPr>
              <p:cNvSpPr txBox="1"/>
              <p:nvPr/>
            </p:nvSpPr>
            <p:spPr>
              <a:xfrm>
                <a:off x="6456850" y="4318559"/>
                <a:ext cx="2287310" cy="230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GPU</m:t>
                      </m:r>
                      <m: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cat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27EE58E-7179-AAD0-1565-FBD0FED1B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850" y="4318559"/>
                <a:ext cx="2287310" cy="230128"/>
              </a:xfrm>
              <a:prstGeom prst="rect">
                <a:avLst/>
              </a:prstGeom>
              <a:blipFill>
                <a:blip r:embed="rId15"/>
                <a:stretch>
                  <a:fillRect l="-2400" r="-2400" b="-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597340"/>
              </p:ext>
            </p:extLst>
          </p:nvPr>
        </p:nvGraphicFramePr>
        <p:xfrm>
          <a:off x="2483768" y="2282921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452</TotalTime>
  <Words>1142</Words>
  <Application>Microsoft Office PowerPoint</Application>
  <PresentationFormat>如螢幕大小 (4:3)</PresentationFormat>
  <Paragraphs>679</Paragraphs>
  <Slides>5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3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1997</cp:revision>
  <cp:lastPrinted>2024-07-30T01:44:15Z</cp:lastPrinted>
  <dcterms:created xsi:type="dcterms:W3CDTF">2019-11-08T03:01:47Z</dcterms:created>
  <dcterms:modified xsi:type="dcterms:W3CDTF">2026-09-29T09:26:09Z</dcterms:modified>
</cp:coreProperties>
</file>