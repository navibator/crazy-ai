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1"/>
  </p:notesMasterIdLst>
  <p:handoutMasterIdLst>
    <p:handoutMasterId r:id="rId22"/>
  </p:handoutMasterIdLst>
  <p:sldIdLst>
    <p:sldId id="3459" r:id="rId2"/>
    <p:sldId id="3472" r:id="rId3"/>
    <p:sldId id="3555" r:id="rId4"/>
    <p:sldId id="3554" r:id="rId5"/>
    <p:sldId id="3548" r:id="rId6"/>
    <p:sldId id="3547" r:id="rId7"/>
    <p:sldId id="3537" r:id="rId8"/>
    <p:sldId id="3558" r:id="rId9"/>
    <p:sldId id="3564" r:id="rId10"/>
    <p:sldId id="3557" r:id="rId11"/>
    <p:sldId id="3544" r:id="rId12"/>
    <p:sldId id="3540" r:id="rId13"/>
    <p:sldId id="3543" r:id="rId14"/>
    <p:sldId id="3545" r:id="rId15"/>
    <p:sldId id="3553" r:id="rId16"/>
    <p:sldId id="3539" r:id="rId17"/>
    <p:sldId id="3542" r:id="rId18"/>
    <p:sldId id="3538" r:id="rId19"/>
    <p:sldId id="3549" r:id="rId2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istillation" id="{7EB38C31-A2B8-4354-A21C-A4C807EDE2C4}">
          <p14:sldIdLst>
            <p14:sldId id="3548"/>
            <p14:sldId id="3547"/>
          </p14:sldIdLst>
        </p14:section>
        <p14:section name="Deepseek" id="{8CC3907E-2537-4761-B8B4-20CC1D391E20}">
          <p14:sldIdLst>
            <p14:sldId id="3537"/>
            <p14:sldId id="3558"/>
            <p14:sldId id="3564"/>
            <p14:sldId id="3557"/>
            <p14:sldId id="3544"/>
            <p14:sldId id="3540"/>
            <p14:sldId id="3543"/>
            <p14:sldId id="3545"/>
            <p14:sldId id="3553"/>
            <p14:sldId id="3539"/>
            <p14:sldId id="3542"/>
            <p14:sldId id="3538"/>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p:scale>
          <a:sx n="90" d="100"/>
          <a:sy n="90" d="100"/>
        </p:scale>
        <p:origin x="960" y="-32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2026/8/23</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2026/8/23</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2026/8/23</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youtu.be/AIRfT41A89s?si=wd8CxmH65YRXOa75" TargetMode="External"/><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4.png"/><Relationship Id="rId7" Type="http://schemas.openxmlformats.org/officeDocument/2006/relationships/image" Target="../media/image28.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1.png"/><Relationship Id="rId5" Type="http://schemas.openxmlformats.org/officeDocument/2006/relationships/image" Target="../media/image26.png"/><Relationship Id="rId10" Type="http://schemas.openxmlformats.org/officeDocument/2006/relationships/image" Target="../media/image30.png"/><Relationship Id="rId4" Type="http://schemas.openxmlformats.org/officeDocument/2006/relationships/image" Target="../media/image25.png"/><Relationship Id="rId9"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DeepSeek</a:t>
            </a:r>
            <a:r>
              <a:rPr lang="zh-TW" altLang="en-US" sz="4000" b="1" dirty="0"/>
              <a:t> </a:t>
            </a:r>
            <a:r>
              <a:rPr lang="en-US" altLang="zh-TW" sz="4000" b="1" dirty="0" err="1"/>
              <a:t>MoE</a:t>
            </a:r>
            <a:endParaRPr lang="en-US" altLang="zh-TW" sz="4000" b="1" dirty="0"/>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940432488"/>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837264">
                  <a:extLst>
                    <a:ext uri="{9D8B030D-6E8A-4147-A177-3AD203B41FA5}">
                      <a16:colId xmlns:a16="http://schemas.microsoft.com/office/drawing/2014/main" val="3639967230"/>
                    </a:ext>
                  </a:extLst>
                </a:gridCol>
                <a:gridCol w="937728">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FFN 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DSA+MHC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H: 1,2,3,5…61</a:t>
                      </a:r>
                    </a:p>
                    <a:p>
                      <a:pPr algn="l"/>
                      <a:r>
                        <a:rPr lang="en-US" altLang="zh-TW" sz="1000" b="0" cap="none" spc="0" dirty="0">
                          <a:ln w="0"/>
                          <a:solidFill>
                            <a:schemeClr val="tx1"/>
                          </a:solidFill>
                          <a:effectLst/>
                        </a:rPr>
                        <a:t>C: 4…60</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H: 1,2,3,5…43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C:  4…42</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2843808" y="3961300"/>
            <a:ext cx="5157192" cy="263605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834BE8E-F60D-7BB0-3E16-E44E3984BCCF}"/>
              </a:ext>
            </a:extLst>
          </p:cNvPr>
          <p:cNvPicPr>
            <a:picLocks noChangeAspect="1"/>
          </p:cNvPicPr>
          <p:nvPr/>
        </p:nvPicPr>
        <p:blipFill>
          <a:blip r:embed="rId2"/>
          <a:stretch>
            <a:fillRect/>
          </a:stretch>
        </p:blipFill>
        <p:spPr>
          <a:xfrm>
            <a:off x="0" y="831024"/>
            <a:ext cx="9144000" cy="5195952"/>
          </a:xfrm>
          <a:prstGeom prst="rect">
            <a:avLst/>
          </a:prstGeom>
        </p:spPr>
      </p:pic>
      <p:sp>
        <p:nvSpPr>
          <p:cNvPr id="5" name="文字方塊 4">
            <a:hlinkClick r:id="rId3"/>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3"/>
              </a:rPr>
              <a:t>The insane infrastructure design of DeepSeek V4</a:t>
            </a:r>
            <a:endParaRPr lang="zh-TW" altLang="en-US" dirty="0"/>
          </a:p>
        </p:txBody>
      </p:sp>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2072368"/>
            <a:ext cx="4715558" cy="42072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2771800" y="1099468"/>
            <a:ext cx="6048672" cy="1336584"/>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046846"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ED113-4CF9-E69D-FAB3-54656BEC3B51}"/>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DE898186-7DCE-3EBE-FDE7-B0534DB6DD62}"/>
              </a:ext>
            </a:extLst>
          </p:cNvPr>
          <p:cNvSpPr txBox="1">
            <a:spLocks/>
          </p:cNvSpPr>
          <p:nvPr/>
        </p:nvSpPr>
        <p:spPr>
          <a:xfrm>
            <a:off x="323528" y="104072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52FA1EEE-129C-BCE0-312C-9A0C6BD408CF}"/>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E20E731-3577-FBD9-280F-7CD599EDA8C9}"/>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
        <p:nvSpPr>
          <p:cNvPr id="4" name="標題 1">
            <a:extLst>
              <a:ext uri="{FF2B5EF4-FFF2-40B4-BE49-F238E27FC236}">
                <a16:creationId xmlns:a16="http://schemas.microsoft.com/office/drawing/2014/main" id="{7C029B32-8896-76A3-8D5C-A08D91C43953}"/>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AA52D455-78A1-F135-F70C-8D9547FFE8A8}"/>
              </a:ext>
            </a:extLst>
          </p:cNvPr>
          <p:cNvPicPr>
            <a:picLocks noChangeAspect="1"/>
          </p:cNvPicPr>
          <p:nvPr/>
        </p:nvPicPr>
        <p:blipFill>
          <a:blip r:embed="rId2"/>
          <a:stretch>
            <a:fillRect/>
          </a:stretch>
        </p:blipFill>
        <p:spPr>
          <a:xfrm>
            <a:off x="2890837" y="3305175"/>
            <a:ext cx="3362325" cy="257175"/>
          </a:xfrm>
          <a:prstGeom prst="rect">
            <a:avLst/>
          </a:prstGeom>
        </p:spPr>
      </p:pic>
    </p:spTree>
    <p:extLst>
      <p:ext uri="{BB962C8B-B14F-4D97-AF65-F5344CB8AC3E}">
        <p14:creationId xmlns:p14="http://schemas.microsoft.com/office/powerpoint/2010/main" val="336939123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3746</Words>
  <Application>Microsoft Office PowerPoint</Application>
  <PresentationFormat>如螢幕大小 (4:3)</PresentationFormat>
  <Paragraphs>764</Paragraphs>
  <Slides>19</Slides>
  <Notes>9</Notes>
  <HiddenSlides>1</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19</vt:i4>
      </vt:variant>
    </vt:vector>
  </HeadingPairs>
  <TitlesOfParts>
    <vt:vector size="29" baseType="lpstr">
      <vt:lpstr>Google Sans</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1870</cp:revision>
  <cp:lastPrinted>2024-07-30T01:44:15Z</cp:lastPrinted>
  <dcterms:created xsi:type="dcterms:W3CDTF">2019-11-08T03:01:47Z</dcterms:created>
  <dcterms:modified xsi:type="dcterms:W3CDTF">2026-08-23T09:14:45Z</dcterms:modified>
</cp:coreProperties>
</file>