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74798" autoAdjust="0"/>
  </p:normalViewPr>
  <p:slideViewPr>
    <p:cSldViewPr snapToGrid="0">
      <p:cViewPr>
        <p:scale>
          <a:sx n="100" d="100"/>
          <a:sy n="100" d="100"/>
        </p:scale>
        <p:origin x="1164" y="5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google.com/search?ibp=oshop&amp;prds=pvt:hg,pvo:29,imageDocid:10250350857595331149,gpcid:7433825256305218665,headlineOfferDocid:9566195024799132790,catalogid:15341598731994599191,productDocid:1212280515864573433,rds:PC_7433825256305218665%7CPROD_PC_7433825256305218665&amp;q=product&amp;sa=X&amp;ved=2ahUKEwjBnYCrx--WAxWEcvUHHeeYHqsQxa4PegYIAAgTEAw" TargetMode="External"/><Relationship Id="rId4" Type="http://schemas.openxmlformats.org/officeDocument/2006/relationships/hyperlink" Target="https://arxiv.org/abs/1810.04805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史前探索期：架構與基礎建立（2018 - 2019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Transformer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架構問世，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BERT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GPT-1 / GPT-2 開始探索自我監督式學習（Self-Supervised Learning）。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訓練特點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：模型參數量僅在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數億（Millions）到十億（1B）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等級。此時業界主要在摸索如何讓模型理解基本的文字上下文，訓練資料主要使用高品質的維基百科或特定書籍。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軍備競賽期：參數決定一切（2020 - 2021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 OpenAI 提出的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主導。該定律認為只要算力充足，應該把資源最大化地投入在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增加模型參數量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：GPT-3（175B）、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Gopher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（280B），甚至出現上千億參數的巨型模型。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訓練盲點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：當時的模型雖然極度巨大，但平均只分配了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300B（3,000億）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左右的 Token（文字標記）。這導致模型雖然有極強的記憶能力，但由於訓練資料量相較於參數太少，實際上處於嚴重的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「訓練不足（Undertrained）」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計算最佳化期：Chinchilla 定律的效率革命（2022 - 2023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：DeepMind 發表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，打破了「越巨越好」的迷思。業界開始意識到：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參數量與資料量（Tokens）必須以 1:1 的等比例規模同步放大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（70B 模型餵養 1.4T 資料）、Meta Llama 1 &amp; 2 系列。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影響與改變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「小而精悍」成為主流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：同樣的運算成本，用 70B 的小模型搭配巨量資料，表現全面超越 280B 的大模型。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開源大爆發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：因為模型引進「Chinchilla 定律」縮小了體積，消費級顯示卡（如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RTX 4090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或單張 A100）也開始能跑得動 7B 或 13B 的高水準模型，極大加速了開源社群（如 Hugging Face）的繁榮。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資料壁壘與多模態期（2024 - 2026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：人類高質量文字資料即將耗盡，業界遭遇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"Data Wall"（資料牆）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。訓練重點從「堆疊公開網頁資料」轉向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資料品質（Data Quality）、合成資料（Synthetic Data）與極限過度訓練（Over-training）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 3（8B 模型卻使用了驚人的 15T tokens，遠遠超越 Chinchilla 最優比例，證明過度訓練能壓榨出更強的推理能力）、GPT-4o、Claude 3.5。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混合專家架構（MoE, Mixture of Experts）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 GPT-4 與 Mixtral。不維持單一龐大核心，而是由多個小專家模型組合，每次只觸發部分參數，在推理時兼顧高水準與低成本。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後訓練（Post-Training）與強化學習（RLHF/RLAIF）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：基礎訓練（預訓練）結束後，大量依賴「思維鏈（Chain of Thought, CoT）」、人類反饋與AI反饋強化學習，提升模型的邏輯推理與「對齊（Alignment）」能力。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：不再只是文字，影像、聲音、視訊的權重在訓練初期就與文字完全融合，融合成一體化的核心大模型。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 err="1"/>
              <a:t>attention+moe</a:t>
            </a:r>
            <a:r>
              <a:rPr lang="en-US" altLang="zh-TW" dirty="0"/>
              <a:t>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 err="1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r>
              <a:rPr lang="en-US" altLang="zh-TW" dirty="0"/>
              <a:t>(gpu:300, HBM:1400, cowos:800, test/ABF: 1000)</a:t>
            </a:r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散熱問題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</a:t>
            </a:r>
            <a:r>
              <a:rPr lang="en-US" altLang="zh-TW" dirty="0"/>
              <a:t>2.</a:t>
            </a:r>
            <a:r>
              <a:rPr lang="zh-TW" altLang="en-US" dirty="0"/>
              <a:t> 傳輸問題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 err="1"/>
              <a:t>kv</a:t>
            </a:r>
            <a:r>
              <a:rPr lang="en-US" altLang="zh-TW" dirty="0"/>
              <a:t>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9.png"/><Relationship Id="rId5" Type="http://schemas.openxmlformats.org/officeDocument/2006/relationships/image" Target="../media/image6.png"/><Relationship Id="rId10" Type="http://schemas.openxmlformats.org/officeDocument/2006/relationships/image" Target="../media/image88.png"/><Relationship Id="rId4" Type="http://schemas.openxmlformats.org/officeDocument/2006/relationships/image" Target="../media/image5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4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6.png"/><Relationship Id="rId5" Type="http://schemas.openxmlformats.org/officeDocument/2006/relationships/image" Target="../media/image2300.png"/><Relationship Id="rId4" Type="http://schemas.openxmlformats.org/officeDocument/2006/relationships/image" Target="../media/image10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AF05775-4221-6681-77AC-DEEA4AA23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735526"/>
              </p:ext>
            </p:extLst>
          </p:nvPr>
        </p:nvGraphicFramePr>
        <p:xfrm>
          <a:off x="561599" y="1064154"/>
          <a:ext cx="593345" cy="1927827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708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617377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7377" y="42252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47895"/>
              </p:ext>
            </p:extLst>
          </p:nvPr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82555"/>
              </p:ext>
            </p:extLst>
          </p:nvPr>
        </p:nvGraphicFramePr>
        <p:xfrm>
          <a:off x="580703" y="21081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988047"/>
              </p:ext>
            </p:extLst>
          </p:nvPr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376485"/>
              </p:ext>
            </p:extLst>
          </p:nvPr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D043C57C-C541-96AB-A97F-0617E7A4AF17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</TotalTime>
  <Words>10128</Words>
  <Application>Microsoft Office PowerPoint</Application>
  <PresentationFormat>如螢幕大小 (4:3)</PresentationFormat>
  <Paragraphs>2492</Paragraphs>
  <Slides>40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微軟正黑體</vt:lpstr>
      <vt:lpstr>微軟正黑體 Light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48</cp:revision>
  <dcterms:created xsi:type="dcterms:W3CDTF">2026-09-14T11:47:03Z</dcterms:created>
  <dcterms:modified xsi:type="dcterms:W3CDTF">2026-09-16T01:25:53Z</dcterms:modified>
</cp:coreProperties>
</file>