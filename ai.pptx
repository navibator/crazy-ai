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1"/>
  </p:notesMasterIdLst>
  <p:handoutMasterIdLst>
    <p:handoutMasterId r:id="rId22"/>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5" r:id="rId16"/>
    <p:sldId id="3485" r:id="rId17"/>
    <p:sldId id="3460" r:id="rId18"/>
    <p:sldId id="3479" r:id="rId19"/>
    <p:sldId id="3467" r:id="rId2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5"/>
            <p14:sldId id="3485"/>
            <p14:sldId id="3460"/>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FEC203"/>
    <a:srgbClr val="B7C9E7"/>
    <a:srgbClr val="9E7800"/>
    <a:srgbClr val="DAA600"/>
    <a:srgbClr val="F8D462"/>
    <a:srgbClr val="FDE7DA"/>
    <a:srgbClr val="DDDDDD"/>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35602" autoAdjust="0"/>
  </p:normalViewPr>
  <p:slideViewPr>
    <p:cSldViewPr>
      <p:cViewPr varScale="1">
        <p:scale>
          <a:sx n="79" d="100"/>
          <a:sy n="79" d="100"/>
        </p:scale>
        <p:origin x="1296" y="67"/>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5.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svg"/></Relationships>
</file>

<file path=ppt/slides/_rels/slide14.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8.png"/><Relationship Id="rId3" Type="http://schemas.openxmlformats.org/officeDocument/2006/relationships/image" Target="../media/image22.png"/><Relationship Id="rId7" Type="http://schemas.openxmlformats.org/officeDocument/2006/relationships/image" Target="../media/image190.png"/><Relationship Id="rId12"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png"/><Relationship Id="rId5" Type="http://schemas.openxmlformats.org/officeDocument/2006/relationships/image" Target="../media/image170.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4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4.svg"/><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971843943"/>
              </p:ext>
            </p:extLst>
          </p:nvPr>
        </p:nvGraphicFramePr>
        <p:xfrm>
          <a:off x="863588" y="1052736"/>
          <a:ext cx="7416824" cy="4539853"/>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422491">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6809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576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76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495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1650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57669">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1891560"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655784"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468581"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283968"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079264"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a:picLocks noChangeAspect="1"/>
          </p:cNvPicPr>
          <p:nvPr/>
        </p:nvPicPr>
        <p:blipFill>
          <a:blip r:embed="rId8"/>
          <a:stretch>
            <a:fillRect/>
          </a:stretch>
        </p:blipFill>
        <p:spPr>
          <a:xfrm>
            <a:off x="5676353" y="2492896"/>
            <a:ext cx="354772" cy="354772"/>
          </a:xfrm>
          <a:prstGeom prst="rect">
            <a:avLst/>
          </a:prstGeom>
        </p:spPr>
      </p:pic>
      <p:pic>
        <p:nvPicPr>
          <p:cNvPr id="7" name="圖片 6">
            <a:extLst>
              <a:ext uri="{FF2B5EF4-FFF2-40B4-BE49-F238E27FC236}">
                <a16:creationId xmlns:a16="http://schemas.microsoft.com/office/drawing/2014/main" id="{4CC92E4B-62B0-C53C-B046-1477C4144B5B}"/>
              </a:ext>
            </a:extLst>
          </p:cNvPr>
          <p:cNvPicPr>
            <a:picLocks noChangeAspect="1"/>
          </p:cNvPicPr>
          <p:nvPr/>
        </p:nvPicPr>
        <p:blipFill>
          <a:blip r:embed="rId9"/>
          <a:stretch>
            <a:fillRect/>
          </a:stretch>
        </p:blipFill>
        <p:spPr>
          <a:xfrm>
            <a:off x="5640350" y="1916832"/>
            <a:ext cx="426779" cy="432047"/>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939583"/>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a:picLocks noChangeAspect="1"/>
          </p:cNvPicPr>
          <p:nvPr/>
        </p:nvPicPr>
        <p:blipFill>
          <a:blip r:embed="rId11"/>
          <a:stretch>
            <a:fillRect/>
          </a:stretch>
        </p:blipFill>
        <p:spPr>
          <a:xfrm>
            <a:off x="5676353" y="4365881"/>
            <a:ext cx="354772" cy="359263"/>
          </a:xfrm>
          <a:prstGeom prst="rect">
            <a:avLst/>
          </a:prstGeom>
        </p:spPr>
      </p:pic>
      <p:pic>
        <p:nvPicPr>
          <p:cNvPr id="19" name="圖片 18">
            <a:extLst>
              <a:ext uri="{FF2B5EF4-FFF2-40B4-BE49-F238E27FC236}">
                <a16:creationId xmlns:a16="http://schemas.microsoft.com/office/drawing/2014/main" id="{E2FD6F41-AD98-7CEC-1D2B-AB39C7F5F811}"/>
              </a:ext>
            </a:extLst>
          </p:cNvPr>
          <p:cNvPicPr>
            <a:picLocks noChangeAspect="1"/>
          </p:cNvPicPr>
          <p:nvPr/>
        </p:nvPicPr>
        <p:blipFill>
          <a:blip r:embed="rId12"/>
          <a:stretch>
            <a:fillRect/>
          </a:stretch>
        </p:blipFill>
        <p:spPr>
          <a:xfrm>
            <a:off x="6961978" y="4365880"/>
            <a:ext cx="387580" cy="359263"/>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a:t>RoPE()</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solidFill>
            <a:schemeClr val="bg1"/>
          </a:solidFill>
          <a:ln w="2540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012160" y="1456910"/>
            <a:ext cx="422451" cy="526736"/>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SoftMax to obtain the probability-based weights.</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405568978"/>
              </p:ext>
            </p:extLst>
          </p:nvPr>
        </p:nvGraphicFramePr>
        <p:xfrm>
          <a:off x="6485453" y="1124744"/>
          <a:ext cx="2437328" cy="107232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stCxn id="10" idx="3"/>
            <a:endCxn id="122" idx="1"/>
          </p:cNvCxnSpPr>
          <p:nvPr/>
        </p:nvCxnSpPr>
        <p:spPr>
          <a:xfrm>
            <a:off x="5974803" y="3623992"/>
            <a:ext cx="646372" cy="1118461"/>
          </a:xfrm>
          <a:prstGeom prst="bentConnector3">
            <a:avLst/>
          </a:prstGeom>
          <a:ln w="28575">
            <a:solidFill>
              <a:schemeClr val="accent1">
                <a:lumMod val="60000"/>
                <a:lumOff val="40000"/>
              </a:schemeClr>
            </a:solidFill>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5B447E22-5A1E-EF0E-F809-322E50BF51C7}"/>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51845" y="1124744"/>
            <a:ext cx="2367698" cy="1299459"/>
          </a:xfrm>
          <a:prstGeom prst="rect">
            <a:avLst/>
          </a:prstGeom>
          <a:effectLst>
            <a:glow rad="63500">
              <a:schemeClr val="accent1">
                <a:satMod val="175000"/>
                <a:alpha val="40000"/>
              </a:schemeClr>
            </a:glow>
          </a:effectLst>
        </p:spPr>
      </p:pic>
      <p:sp>
        <p:nvSpPr>
          <p:cNvPr id="7" name="標題 1">
            <a:extLst>
              <a:ext uri="{FF2B5EF4-FFF2-40B4-BE49-F238E27FC236}">
                <a16:creationId xmlns:a16="http://schemas.microsoft.com/office/drawing/2014/main" id="{ACF18A52-8D6D-846D-45B8-1A03D18B2B5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Basic 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pic>
        <p:nvPicPr>
          <p:cNvPr id="3" name="圖片 2">
            <a:extLst>
              <a:ext uri="{FF2B5EF4-FFF2-40B4-BE49-F238E27FC236}">
                <a16:creationId xmlns:a16="http://schemas.microsoft.com/office/drawing/2014/main" id="{3B424E2B-1F7B-9BB8-1BA7-327F2237D83E}"/>
              </a:ext>
            </a:extLst>
          </p:cNvPr>
          <p:cNvPicPr>
            <a:picLocks noChangeAspect="1"/>
          </p:cNvPicPr>
          <p:nvPr/>
        </p:nvPicPr>
        <p:blipFill>
          <a:blip r:embed="rId4"/>
          <a:stretch>
            <a:fillRect/>
          </a:stretch>
        </p:blipFill>
        <p:spPr>
          <a:xfrm>
            <a:off x="162372" y="2634995"/>
            <a:ext cx="4578946" cy="1591079"/>
          </a:xfrm>
          <a:prstGeom prst="rect">
            <a:avLst/>
          </a:prstGeom>
        </p:spPr>
      </p:pic>
      <p:sp>
        <p:nvSpPr>
          <p:cNvPr id="5" name="文字方塊 4">
            <a:extLst>
              <a:ext uri="{FF2B5EF4-FFF2-40B4-BE49-F238E27FC236}">
                <a16:creationId xmlns:a16="http://schemas.microsoft.com/office/drawing/2014/main" id="{71AEB47B-29BC-2902-23BF-A4AE3E97C795}"/>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rgbClr val="FF0000"/>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solidFill>
                  <a:schemeClr val="bg1">
                    <a:lumMod val="65000"/>
                  </a:schemeClr>
                </a:solidFill>
              </a:rPr>
              <a:t> 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155852898"/>
              </p:ext>
            </p:extLst>
          </p:nvPr>
        </p:nvGraphicFramePr>
        <p:xfrm>
          <a:off x="293763" y="4372727"/>
          <a:ext cx="1782533" cy="1158201"/>
        </p:xfrm>
        <a:graphic>
          <a:graphicData uri="http://schemas.openxmlformats.org/drawingml/2006/table">
            <a:tbl>
              <a:tblPr firstRow="1" bandRow="1">
                <a:tableStyleId>{5C22544A-7EE6-4342-B048-85BDC9FD1C3A}</a:tableStyleId>
              </a:tblPr>
              <a:tblGrid>
                <a:gridCol w="1782533">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14490171"/>
                  </a:ext>
                </a:extLst>
              </a:tr>
            </a:tbl>
          </a:graphicData>
        </a:graphic>
      </p:graphicFrame>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3688914017"/>
              </p:ext>
            </p:extLst>
          </p:nvPr>
        </p:nvGraphicFramePr>
        <p:xfrm>
          <a:off x="295176" y="2543197"/>
          <a:ext cx="1782533" cy="1568191"/>
        </p:xfrm>
        <a:graphic>
          <a:graphicData uri="http://schemas.openxmlformats.org/drawingml/2006/table">
            <a:tbl>
              <a:tblPr firstRow="1" bandRow="1">
                <a:tableStyleId>{5C22544A-7EE6-4342-B048-85BDC9FD1C3A}</a:tableStyleId>
              </a:tblPr>
              <a:tblGrid>
                <a:gridCol w="1782533">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PCB: 20~30</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HBM</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841383449"/>
                  </a:ext>
                </a:extLst>
              </a:tr>
            </a:tbl>
          </a:graphicData>
        </a:graphic>
      </p:graphicFrame>
      <p:grpSp>
        <p:nvGrpSpPr>
          <p:cNvPr id="70" name="群組 69">
            <a:extLst>
              <a:ext uri="{FF2B5EF4-FFF2-40B4-BE49-F238E27FC236}">
                <a16:creationId xmlns:a16="http://schemas.microsoft.com/office/drawing/2014/main" id="{676B16C7-0EFC-2240-FA31-8A4732ED726D}"/>
              </a:ext>
            </a:extLst>
          </p:cNvPr>
          <p:cNvGrpSpPr/>
          <p:nvPr/>
        </p:nvGrpSpPr>
        <p:grpSpPr>
          <a:xfrm>
            <a:off x="2877931" y="2349699"/>
            <a:ext cx="5286649" cy="3924287"/>
            <a:chOff x="2957759" y="2349699"/>
            <a:chExt cx="5286649" cy="3924287"/>
          </a:xfrm>
        </p:grpSpPr>
        <p:grpSp>
          <p:nvGrpSpPr>
            <p:cNvPr id="56" name="群組 55">
              <a:extLst>
                <a:ext uri="{FF2B5EF4-FFF2-40B4-BE49-F238E27FC236}">
                  <a16:creationId xmlns:a16="http://schemas.microsoft.com/office/drawing/2014/main" id="{7E729EF2-1324-CB02-728B-C79D90667E76}"/>
                </a:ext>
              </a:extLst>
            </p:cNvPr>
            <p:cNvGrpSpPr/>
            <p:nvPr/>
          </p:nvGrpSpPr>
          <p:grpSpPr>
            <a:xfrm>
              <a:off x="2957759" y="3904631"/>
              <a:ext cx="5286649" cy="2369355"/>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88150" y="3926593"/>
                <a:ext cx="610952" cy="610952"/>
              </a:xfrm>
              <a:prstGeom prst="rect">
                <a:avLst/>
              </a:prstGeom>
              <a:effectLst>
                <a:glow rad="127000">
                  <a:schemeClr val="bg2">
                    <a:lumMod val="90000"/>
                    <a:alpha val="80000"/>
                  </a:schemeClr>
                </a:glow>
              </a:effectLst>
            </p:spPr>
          </p:pic>
        </p:grpSp>
        <p:sp>
          <p:nvSpPr>
            <p:cNvPr id="68" name="矩形: 圓角 67">
              <a:extLst>
                <a:ext uri="{FF2B5EF4-FFF2-40B4-BE49-F238E27FC236}">
                  <a16:creationId xmlns:a16="http://schemas.microsoft.com/office/drawing/2014/main" id="{3CF66C3D-095F-45C0-1BFF-5916653C570A}"/>
                </a:ext>
              </a:extLst>
            </p:cNvPr>
            <p:cNvSpPr/>
            <p:nvPr/>
          </p:nvSpPr>
          <p:spPr>
            <a:xfrm>
              <a:off x="3131840" y="2349699"/>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600" b="1" i="0" u="none" strike="noStrike" kern="1200" cap="none" spc="0" normalizeH="0" baseline="0" noProof="0" dirty="0">
                  <a:ln>
                    <a:noFill/>
                  </a:ln>
                  <a:solidFill>
                    <a:srgbClr val="4F81BD">
                      <a:lumMod val="75000"/>
                    </a:srgbClr>
                  </a:solidFill>
                  <a:effectLst/>
                  <a:uLnTx/>
                  <a:uFillTx/>
                  <a:latin typeface="Calibri"/>
                  <a:ea typeface="新細明體" panose="02020500000000000000" pitchFamily="18" charset="-120"/>
                  <a:cs typeface="+mn-cs"/>
                </a:rPr>
                <a:t>Rack</a:t>
              </a:r>
              <a:endParaRPr lang="zh-TW" altLang="en-US" dirty="0"/>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275856" y="2730847"/>
              <a:ext cx="2450420" cy="2526109"/>
            </a:xfrm>
            <a:prstGeom prst="rect">
              <a:avLst/>
            </a:prstGeom>
            <a:solidFill>
              <a:schemeClr val="accent1">
                <a:lumMod val="75000"/>
                <a:alpha val="80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275856" y="5301988"/>
              <a:ext cx="2450366" cy="356880"/>
            </a:xfrm>
            <a:prstGeom prst="rect">
              <a:avLst/>
            </a:prstGeom>
            <a:solidFill>
              <a:schemeClr val="accent1">
                <a:lumMod val="75000"/>
                <a:alpha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275856" y="5708605"/>
              <a:ext cx="2450366" cy="356880"/>
            </a:xfrm>
            <a:prstGeom prst="rect">
              <a:avLst/>
            </a:prstGeom>
            <a:solidFill>
              <a:schemeClr val="accent1">
                <a:lumMod val="75000"/>
                <a:alpha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200534" y="2892121"/>
              <a:ext cx="607391" cy="1300542"/>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b="1" dirty="0">
                    <a:solidFill>
                      <a:schemeClr val="accent1">
                        <a:lumMod val="75000"/>
                      </a:schemeClr>
                    </a:solidFill>
                  </a:rPr>
                  <a:t>Cooling</a:t>
                </a:r>
              </a:p>
              <a:p>
                <a:pPr algn="ctr">
                  <a:lnSpc>
                    <a:spcPts val="1600"/>
                  </a:lnSpc>
                  <a:buNone/>
                </a:pPr>
                <a:r>
                  <a:rPr lang="en-US" altLang="zh-TW" sz="1200" b="1" dirty="0">
                    <a:solidFill>
                      <a:schemeClr val="accent1">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18942" y="2664529"/>
                <a:ext cx="453502" cy="457948"/>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24645" y="2760203"/>
              <a:ext cx="457625" cy="457625"/>
            </a:xfrm>
            <a:prstGeom prst="rect">
              <a:avLst/>
            </a:prstGeom>
          </p:spPr>
        </p:pic>
        <p:grpSp>
          <p:nvGrpSpPr>
            <p:cNvPr id="55" name="群組 54">
              <a:extLst>
                <a:ext uri="{FF2B5EF4-FFF2-40B4-BE49-F238E27FC236}">
                  <a16:creationId xmlns:a16="http://schemas.microsoft.com/office/drawing/2014/main" id="{4DE2592A-D604-3D0C-91DE-89E097153AD3}"/>
                </a:ext>
              </a:extLst>
            </p:cNvPr>
            <p:cNvGrpSpPr/>
            <p:nvPr/>
          </p:nvGrpSpPr>
          <p:grpSpPr>
            <a:xfrm>
              <a:off x="6042134"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6"/>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6"/>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6"/>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7" name="群組 66">
              <a:extLst>
                <a:ext uri="{FF2B5EF4-FFF2-40B4-BE49-F238E27FC236}">
                  <a16:creationId xmlns:a16="http://schemas.microsoft.com/office/drawing/2014/main" id="{2ACCFAC3-9F0E-E898-1912-FE609FA239D1}"/>
                </a:ext>
              </a:extLst>
            </p:cNvPr>
            <p:cNvGrpSpPr/>
            <p:nvPr/>
          </p:nvGrpSpPr>
          <p:grpSpPr>
            <a:xfrm>
              <a:off x="3391706" y="3213984"/>
              <a:ext cx="1701655" cy="1948060"/>
              <a:chOff x="2959658" y="3137124"/>
              <a:chExt cx="1701655" cy="1948060"/>
            </a:xfrm>
          </p:grpSpPr>
          <p:sp>
            <p:nvSpPr>
              <p:cNvPr id="10" name="文字方塊 9">
                <a:extLst>
                  <a:ext uri="{FF2B5EF4-FFF2-40B4-BE49-F238E27FC236}">
                    <a16:creationId xmlns:a16="http://schemas.microsoft.com/office/drawing/2014/main" id="{B464E9F5-9B40-75AB-DE0A-F06FADB1761B}"/>
                  </a:ext>
                </a:extLst>
              </p:cNvPr>
              <p:cNvSpPr txBox="1"/>
              <p:nvPr/>
            </p:nvSpPr>
            <p:spPr>
              <a:xfrm>
                <a:off x="2959658" y="3137124"/>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089725" y="4437012"/>
                <a:ext cx="860849" cy="576164"/>
              </a:xfrm>
              <a:prstGeom prst="rect">
                <a:avLst/>
              </a:prstGeom>
              <a:solidFill>
                <a:schemeClr val="accent3">
                  <a:lumMod val="20000"/>
                  <a:lumOff val="80000"/>
                </a:schemeClr>
              </a:solidFill>
              <a:ln w="25400">
                <a:solidFill>
                  <a:schemeClr val="bg1">
                    <a:lumMod val="75000"/>
                    <a:alpha val="60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067944" y="4017614"/>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b="1" dirty="0">
                    <a:solidFill>
                      <a:schemeClr val="accent1">
                        <a:lumMod val="75000"/>
                      </a:schemeClr>
                    </a:solidFill>
                  </a:rPr>
                  <a:t>Power</a:t>
                </a:r>
                <a:br>
                  <a:rPr lang="en-US" altLang="zh-TW" sz="1200" b="1" dirty="0">
                    <a:solidFill>
                      <a:schemeClr val="accent1">
                        <a:lumMod val="75000"/>
                      </a:schemeClr>
                    </a:solidFill>
                  </a:rPr>
                </a:br>
                <a:r>
                  <a:rPr lang="en-US" altLang="zh-TW" sz="1200" b="1"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7"/>
              <a:stretch>
                <a:fillRect/>
              </a:stretch>
            </p:blipFill>
            <p:spPr>
              <a:xfrm>
                <a:off x="4149593" y="4519128"/>
                <a:ext cx="435648"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159605" y="4471437"/>
                <a:ext cx="694443" cy="325715"/>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152605" y="3334721"/>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152605" y="3717478"/>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159604" y="4009156"/>
                <a:ext cx="431789"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678214" y="4004964"/>
                <a:ext cx="333552"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gr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3163548910"/>
              </p:ext>
            </p:extLst>
          </p:nvPr>
        </p:nvGraphicFramePr>
        <p:xfrm>
          <a:off x="5989476" y="908720"/>
          <a:ext cx="2088282" cy="1815483"/>
        </p:xfrm>
        <a:graphic>
          <a:graphicData uri="http://schemas.openxmlformats.org/drawingml/2006/table">
            <a:tbl>
              <a:tblPr firstRow="1" bandRow="1">
                <a:tableStyleId>{5C22544A-7EE6-4342-B048-85BDC9FD1C3A}</a:tableStyleId>
              </a:tblPr>
              <a:tblGrid>
                <a:gridCol w="2088282">
                  <a:extLst>
                    <a:ext uri="{9D8B030D-6E8A-4147-A177-3AD203B41FA5}">
                      <a16:colId xmlns:a16="http://schemas.microsoft.com/office/drawing/2014/main" val="4512040"/>
                    </a:ext>
                  </a:extLst>
                </a:gridCol>
              </a:tblGrid>
              <a:tr h="3024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452236196"/>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132145302"/>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584017267"/>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7108361"/>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65849749"/>
                  </a:ext>
                </a:extLst>
              </a:tr>
            </a:tbl>
          </a:graphicData>
        </a:graphic>
      </p:graphicFrame>
      <p:sp>
        <p:nvSpPr>
          <p:cNvPr id="71" name="圖說文字: 直線 70">
            <a:extLst>
              <a:ext uri="{FF2B5EF4-FFF2-40B4-BE49-F238E27FC236}">
                <a16:creationId xmlns:a16="http://schemas.microsoft.com/office/drawing/2014/main" id="{08C5454B-5544-DF83-0D81-16F49BC3CFC7}"/>
              </a:ext>
            </a:extLst>
          </p:cNvPr>
          <p:cNvSpPr/>
          <p:nvPr/>
        </p:nvSpPr>
        <p:spPr>
          <a:xfrm flipH="1">
            <a:off x="5933156" y="875476"/>
            <a:ext cx="2232248" cy="1915696"/>
          </a:xfrm>
          <a:prstGeom prst="borderCallout1">
            <a:avLst>
              <a:gd name="adj1" fmla="val 51349"/>
              <a:gd name="adj2" fmla="val 97160"/>
              <a:gd name="adj3" fmla="val 87426"/>
              <a:gd name="adj4" fmla="val 130412"/>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178110"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93" name="箭號: 左-右雙向 92">
            <a:extLst>
              <a:ext uri="{FF2B5EF4-FFF2-40B4-BE49-F238E27FC236}">
                <a16:creationId xmlns:a16="http://schemas.microsoft.com/office/drawing/2014/main" id="{3B4E4F7A-91C2-D010-038A-A5232C7206A6}"/>
              </a:ext>
            </a:extLst>
          </p:cNvPr>
          <p:cNvSpPr/>
          <p:nvPr/>
        </p:nvSpPr>
        <p:spPr>
          <a:xfrm rot="5400000">
            <a:off x="3839417" y="4353117"/>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871445" y="5098268"/>
            <a:ext cx="513385" cy="218152"/>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08" name="群組 107">
            <a:extLst>
              <a:ext uri="{FF2B5EF4-FFF2-40B4-BE49-F238E27FC236}">
                <a16:creationId xmlns:a16="http://schemas.microsoft.com/office/drawing/2014/main" id="{8B856D10-59CD-C186-CB30-9D364A137D47}"/>
              </a:ext>
            </a:extLst>
          </p:cNvPr>
          <p:cNvGrpSpPr/>
          <p:nvPr/>
        </p:nvGrpSpPr>
        <p:grpSpPr>
          <a:xfrm>
            <a:off x="7296515" y="2348880"/>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pSp>
        <p:nvGrpSpPr>
          <p:cNvPr id="121" name="群組 120">
            <a:extLst>
              <a:ext uri="{FF2B5EF4-FFF2-40B4-BE49-F238E27FC236}">
                <a16:creationId xmlns:a16="http://schemas.microsoft.com/office/drawing/2014/main" id="{36983A45-DB7C-E93D-5E70-3FFBBB5E9B31}"/>
              </a:ext>
            </a:extLst>
          </p:cNvPr>
          <p:cNvGrpSpPr/>
          <p:nvPr/>
        </p:nvGrpSpPr>
        <p:grpSpPr>
          <a:xfrm>
            <a:off x="107504" y="1285245"/>
            <a:ext cx="2713240" cy="1064454"/>
            <a:chOff x="478913" y="980728"/>
            <a:chExt cx="2713240" cy="1064454"/>
          </a:xfrm>
        </p:grpSpPr>
        <p:sp>
          <p:nvSpPr>
            <p:cNvPr id="119" name="文字方塊 118">
              <a:extLst>
                <a:ext uri="{FF2B5EF4-FFF2-40B4-BE49-F238E27FC236}">
                  <a16:creationId xmlns:a16="http://schemas.microsoft.com/office/drawing/2014/main" id="{CA381C43-436B-65A1-4841-1037CA2C52E4}"/>
                </a:ext>
              </a:extLst>
            </p:cNvPr>
            <p:cNvSpPr txBox="1"/>
            <p:nvPr/>
          </p:nvSpPr>
          <p:spPr>
            <a:xfrm>
              <a:off x="1316001" y="980728"/>
              <a:ext cx="1757294" cy="874985"/>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r>
                <a:rPr lang="en-US" altLang="zh-TW" sz="1000" dirty="0">
                  <a:solidFill>
                    <a:schemeClr val="bg1"/>
                  </a:solidFill>
                </a:rPr>
                <a:t>GPU</a:t>
              </a: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478913" y="187027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r>
                <a:rPr lang="zh-TW" altLang="en-US" sz="1000" b="1" dirty="0">
                  <a:solidFill>
                    <a:schemeClr val="bg1"/>
                  </a:solidFill>
                </a:rPr>
                <a:t>  </a:t>
              </a:r>
              <a:r>
                <a:rPr lang="en-US" altLang="zh-TW" sz="1000" b="1" dirty="0">
                  <a:solidFill>
                    <a:schemeClr val="bg1"/>
                  </a:solidFill>
                </a:rPr>
                <a:t>(CCL)</a:t>
              </a: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599747" y="980729"/>
              <a:ext cx="605575" cy="874984"/>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dirty="0">
                  <a:solidFill>
                    <a:schemeClr val="bg1"/>
                  </a:solidFill>
                </a:rPr>
                <a:t>Chip</a:t>
              </a: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518153" y="1205189"/>
              <a:ext cx="605575" cy="191921"/>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Logic Die</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2238233" y="1198916"/>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403648" y="1637707"/>
              <a:ext cx="1525631" cy="161193"/>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403647" y="1446256"/>
              <a:ext cx="1525631" cy="161193"/>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699206" y="1404934"/>
              <a:ext cx="452972" cy="382866"/>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Logic</a:t>
              </a:r>
            </a:p>
            <a:p>
              <a:pPr algn="ctr">
                <a:lnSpc>
                  <a:spcPts val="1600"/>
                </a:lnSpc>
                <a:buNone/>
              </a:pPr>
              <a:r>
                <a:rPr lang="en-US" altLang="zh-TW" sz="1000" dirty="0">
                  <a:solidFill>
                    <a:schemeClr val="tx2"/>
                  </a:solidFill>
                </a:rPr>
                <a:t>Die</a:t>
              </a:r>
            </a:p>
          </p:txBody>
        </p:sp>
      </p:gr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5296</Words>
  <Application>Microsoft Office PowerPoint</Application>
  <PresentationFormat>如螢幕大小 (4:3)</PresentationFormat>
  <Paragraphs>970</Paragraphs>
  <Slides>19</Slides>
  <Notes>17</Notes>
  <HiddenSlides>0</HiddenSlides>
  <MMClips>0</MMClips>
  <ScaleCrop>false</ScaleCrop>
  <HeadingPairs>
    <vt:vector size="6" baseType="variant">
      <vt:variant>
        <vt:lpstr>使用字型</vt:lpstr>
      </vt:variant>
      <vt:variant>
        <vt:i4>12</vt:i4>
      </vt:variant>
      <vt:variant>
        <vt:lpstr>佈景主題</vt:lpstr>
      </vt:variant>
      <vt:variant>
        <vt:i4>1</vt:i4>
      </vt:variant>
      <vt:variant>
        <vt:lpstr>投影片標題</vt:lpstr>
      </vt:variant>
      <vt:variant>
        <vt:i4>19</vt:i4>
      </vt:variant>
    </vt:vector>
  </HeadingPairs>
  <TitlesOfParts>
    <vt:vector size="32"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1659</cp:revision>
  <cp:lastPrinted>2024-07-30T01:44:15Z</cp:lastPrinted>
  <dcterms:created xsi:type="dcterms:W3CDTF">2019-11-08T03:01:47Z</dcterms:created>
  <dcterms:modified xsi:type="dcterms:W3CDTF">2026-07-06T13:49:22Z</dcterms:modified>
</cp:coreProperties>
</file>