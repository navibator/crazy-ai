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1"/>
  </p:notesMasterIdLst>
  <p:handoutMasterIdLst>
    <p:handoutMasterId r:id="rId32"/>
  </p:handoutMasterIdLst>
  <p:sldIdLst>
    <p:sldId id="3459" r:id="rId2"/>
    <p:sldId id="3472" r:id="rId3"/>
    <p:sldId id="3555" r:id="rId4"/>
    <p:sldId id="3554" r:id="rId5"/>
    <p:sldId id="3537" r:id="rId6"/>
    <p:sldId id="3558" r:id="rId7"/>
    <p:sldId id="3564" r:id="rId8"/>
    <p:sldId id="3557" r:id="rId9"/>
    <p:sldId id="3544" r:id="rId10"/>
    <p:sldId id="3540" r:id="rId11"/>
    <p:sldId id="3543" r:id="rId12"/>
    <p:sldId id="3553" r:id="rId13"/>
    <p:sldId id="3545" r:id="rId14"/>
    <p:sldId id="3539" r:id="rId15"/>
    <p:sldId id="3542" r:id="rId16"/>
    <p:sldId id="3538" r:id="rId17"/>
    <p:sldId id="3563" r:id="rId18"/>
    <p:sldId id="3562" r:id="rId19"/>
    <p:sldId id="3559" r:id="rId20"/>
    <p:sldId id="3560" r:id="rId21"/>
    <p:sldId id="3556" r:id="rId22"/>
    <p:sldId id="3551" r:id="rId23"/>
    <p:sldId id="3561" r:id="rId24"/>
    <p:sldId id="3534" r:id="rId25"/>
    <p:sldId id="3536" r:id="rId26"/>
    <p:sldId id="3535" r:id="rId27"/>
    <p:sldId id="3548" r:id="rId28"/>
    <p:sldId id="3547" r:id="rId29"/>
    <p:sldId id="3549" r:id="rId3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eepseek" id="{8CC3907E-2537-4761-B8B4-20CC1D391E20}">
          <p14:sldIdLst>
            <p14:sldId id="3537"/>
            <p14:sldId id="3558"/>
            <p14:sldId id="3564"/>
            <p14:sldId id="3557"/>
            <p14:sldId id="3544"/>
            <p14:sldId id="3540"/>
            <p14:sldId id="3543"/>
            <p14:sldId id="3553"/>
            <p14:sldId id="3545"/>
            <p14:sldId id="3539"/>
            <p14:sldId id="3542"/>
            <p14:sldId id="3538"/>
          </p14:sldIdLst>
        </p14:section>
        <p14:section name="Moonshot-Kimi" id="{7C2BE5B2-C507-46C7-871E-C935EB653EC3}">
          <p14:sldIdLst/>
        </p14:section>
        <p14:section name="Optimizer" id="{D96295E3-C59A-456D-AE59-C3D5699A4263}">
          <p14:sldIdLst>
            <p14:sldId id="3563"/>
            <p14:sldId id="3562"/>
            <p14:sldId id="3559"/>
            <p14:sldId id="3560"/>
            <p14:sldId id="3556"/>
            <p14:sldId id="3551"/>
            <p14:sldId id="3561"/>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97" d="100"/>
          <a:sy n="97" d="100"/>
        </p:scale>
        <p:origin x="486"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21.png"/><Relationship Id="rId16"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5" Type="http://schemas.openxmlformats.org/officeDocument/2006/relationships/image" Target="../media/image33.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2.png"/><Relationship Id="rId11" Type="http://schemas.openxmlformats.org/officeDocument/2006/relationships/image" Target="../media/image56.png"/><Relationship Id="rId5" Type="http://schemas.openxmlformats.org/officeDocument/2006/relationships/image" Target="../media/image51.png"/><Relationship Id="rId10" Type="http://schemas.openxmlformats.org/officeDocument/2006/relationships/image" Target="../media/image55.png"/><Relationship Id="rId4" Type="http://schemas.openxmlformats.org/officeDocument/2006/relationships/image" Target="../media/image50.png"/><Relationship Id="rId9"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DeepSeek</a:t>
            </a:r>
          </a:p>
          <a:p>
            <a:pPr algn="ctr"/>
            <a:r>
              <a:rPr lang="en-US" altLang="zh-TW" sz="4000" b="1" dirty="0" err="1"/>
              <a:t>MoE</a:t>
            </a:r>
            <a:r>
              <a:rPr lang="en-US" altLang="zh-TW" sz="4000" b="1" dirty="0"/>
              <a:t> v4</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528904632"/>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683568" y="1124744"/>
            <a:ext cx="4728470" cy="421876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0" y="1628800"/>
            <a:ext cx="1971950" cy="2629267"/>
          </a:xfrm>
          <a:prstGeom prst="rect">
            <a:avLst/>
          </a:prstGeom>
        </p:spPr>
      </p:pic>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781</TotalTime>
  <Words>4838</Words>
  <Application>Microsoft Office PowerPoint</Application>
  <PresentationFormat>如螢幕大小 (4:3)</PresentationFormat>
  <Paragraphs>997</Paragraphs>
  <Slides>29</Slides>
  <Notes>14</Notes>
  <HiddenSlides>1</HiddenSlides>
  <MMClips>0</MMClips>
  <ScaleCrop>false</ScaleCrop>
  <HeadingPairs>
    <vt:vector size="6" baseType="variant">
      <vt:variant>
        <vt:lpstr>使用字型</vt:lpstr>
      </vt:variant>
      <vt:variant>
        <vt:i4>10</vt:i4>
      </vt:variant>
      <vt:variant>
        <vt:lpstr>佈景主題</vt:lpstr>
      </vt:variant>
      <vt:variant>
        <vt:i4>1</vt:i4>
      </vt:variant>
      <vt:variant>
        <vt:lpstr>投影片標題</vt:lpstr>
      </vt:variant>
      <vt:variant>
        <vt:i4>29</vt:i4>
      </vt:variant>
    </vt:vector>
  </HeadingPairs>
  <TitlesOfParts>
    <vt:vector size="40" baseType="lpstr">
      <vt:lpstr>Google Sans</vt: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1865</cp:revision>
  <cp:lastPrinted>2024-07-30T01:44:15Z</cp:lastPrinted>
  <dcterms:created xsi:type="dcterms:W3CDTF">2019-11-08T03:01:47Z</dcterms:created>
  <dcterms:modified xsi:type="dcterms:W3CDTF">2026-08-18T09:26:21Z</dcterms:modified>
</cp:coreProperties>
</file>