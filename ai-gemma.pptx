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0"/>
  </p:notesMasterIdLst>
  <p:handoutMasterIdLst>
    <p:handoutMasterId r:id="rId51"/>
  </p:handoutMasterIdLst>
  <p:sldIdLst>
    <p:sldId id="3459" r:id="rId2"/>
    <p:sldId id="3472" r:id="rId3"/>
    <p:sldId id="3511" r:id="rId4"/>
    <p:sldId id="3504" r:id="rId5"/>
    <p:sldId id="3427" r:id="rId6"/>
    <p:sldId id="3503" r:id="rId7"/>
    <p:sldId id="3470" r:id="rId8"/>
    <p:sldId id="3471" r:id="rId9"/>
    <p:sldId id="3482" r:id="rId10"/>
    <p:sldId id="3560" r:id="rId11"/>
    <p:sldId id="3557" r:id="rId12"/>
    <p:sldId id="3483" r:id="rId13"/>
    <p:sldId id="3428" r:id="rId14"/>
    <p:sldId id="3451" r:id="rId15"/>
    <p:sldId id="3552" r:id="rId16"/>
    <p:sldId id="3465" r:id="rId17"/>
    <p:sldId id="3558" r:id="rId18"/>
    <p:sldId id="3559" r:id="rId19"/>
    <p:sldId id="3505" r:id="rId20"/>
    <p:sldId id="3507" r:id="rId21"/>
    <p:sldId id="3460" r:id="rId22"/>
    <p:sldId id="3509" r:id="rId23"/>
    <p:sldId id="3479" r:id="rId24"/>
    <p:sldId id="3467" r:id="rId25"/>
    <p:sldId id="3531" r:id="rId26"/>
    <p:sldId id="3499" r:id="rId27"/>
    <p:sldId id="3444" r:id="rId28"/>
    <p:sldId id="3532" r:id="rId29"/>
    <p:sldId id="3520" r:id="rId30"/>
    <p:sldId id="3518" r:id="rId31"/>
    <p:sldId id="3475" r:id="rId32"/>
    <p:sldId id="3527" r:id="rId33"/>
    <p:sldId id="3550" r:id="rId34"/>
    <p:sldId id="3515" r:id="rId35"/>
    <p:sldId id="3556" r:id="rId36"/>
    <p:sldId id="3528" r:id="rId37"/>
    <p:sldId id="3514" r:id="rId38"/>
    <p:sldId id="3529" r:id="rId39"/>
    <p:sldId id="3555" r:id="rId40"/>
    <p:sldId id="3553" r:id="rId41"/>
    <p:sldId id="3554" r:id="rId42"/>
    <p:sldId id="3549" r:id="rId43"/>
    <p:sldId id="3519" r:id="rId44"/>
    <p:sldId id="3530" r:id="rId45"/>
    <p:sldId id="269" r:id="rId46"/>
    <p:sldId id="270" r:id="rId47"/>
    <p:sldId id="257" r:id="rId48"/>
    <p:sldId id="265" r:id="rId4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560"/>
            <p14:sldId id="3557"/>
            <p14:sldId id="3483"/>
            <p14:sldId id="3428"/>
            <p14:sldId id="3451"/>
            <p14:sldId id="3552"/>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10" autoAdjust="0"/>
    <p:restoredTop sz="68194" autoAdjust="0"/>
  </p:normalViewPr>
  <p:slideViewPr>
    <p:cSldViewPr>
      <p:cViewPr>
        <p:scale>
          <a:sx n="100" d="100"/>
          <a:sy n="100" d="100"/>
        </p:scale>
        <p:origin x="900" y="7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8/10/relationships/authors" Target="authors.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2026/9/10</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2026/9/10</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4.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2.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101F-2887-956A-A20B-ED3DCF1650B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456C118-83A0-204A-526E-A2E69C5E545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719A5F2-8E55-3987-CC5F-D50EDB9D9F24}"/>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CE750DFB-5486-524C-10D1-424B3401F6BE}"/>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5597250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47</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48</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2026/9/10</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2026/9/10</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3.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1.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39.png"/><Relationship Id="rId2" Type="http://schemas.openxmlformats.org/officeDocument/2006/relationships/notesSlide" Target="../notesSlides/notesSlide12.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40.png"/></Relationships>
</file>

<file path=ppt/slides/_rels/slide1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42.svg"/></Relationships>
</file>

<file path=ppt/slides/_rels/slide17.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8" Type="http://schemas.openxmlformats.org/officeDocument/2006/relationships/image" Target="../media/image440.png"/><Relationship Id="rId3" Type="http://schemas.openxmlformats.org/officeDocument/2006/relationships/image" Target="../media/image44.png"/><Relationship Id="rId7" Type="http://schemas.openxmlformats.org/officeDocument/2006/relationships/image" Target="../media/image46.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5.png"/><Relationship Id="rId5" Type="http://schemas.openxmlformats.org/officeDocument/2006/relationships/image" Target="../media/image410.png"/><Relationship Id="rId4" Type="http://schemas.openxmlformats.org/officeDocument/2006/relationships/image" Target="../media/image400.png"/></Relationships>
</file>

<file path=ppt/slides/_rels/slide19.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 Id="rId5" Type="http://schemas.openxmlformats.org/officeDocument/2006/relationships/image" Target="../media/image49.png"/><Relationship Id="rId4" Type="http://schemas.openxmlformats.org/officeDocument/2006/relationships/image" Target="../media/image48.png"/></Relationships>
</file>

<file path=ppt/slides/_rels/slide21.xml.rels><?xml version="1.0" encoding="UTF-8" standalone="yes"?>
<Relationships xmlns="http://schemas.openxmlformats.org/package/2006/relationships"><Relationship Id="rId3" Type="http://schemas.openxmlformats.org/officeDocument/2006/relationships/image" Target="../media/image50.svg"/><Relationship Id="rId7" Type="http://schemas.openxmlformats.org/officeDocument/2006/relationships/image" Target="../media/image55.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4.png"/><Relationship Id="rId5" Type="http://schemas.openxmlformats.org/officeDocument/2006/relationships/image" Target="../media/image52.svg"/><Relationship Id="rId4" Type="http://schemas.openxmlformats.org/officeDocument/2006/relationships/image" Target="../media/image51.png"/></Relationships>
</file>

<file path=ppt/slides/_rels/slide2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8" Type="http://schemas.openxmlformats.org/officeDocument/2006/relationships/image" Target="../media/image66.svg"/><Relationship Id="rId3" Type="http://schemas.openxmlformats.org/officeDocument/2006/relationships/image" Target="../media/image60.svg"/><Relationship Id="rId7" Type="http://schemas.openxmlformats.org/officeDocument/2006/relationships/image" Target="../media/image65.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4.svg"/><Relationship Id="rId5" Type="http://schemas.openxmlformats.org/officeDocument/2006/relationships/image" Target="../media/image63.png"/><Relationship Id="rId10" Type="http://schemas.openxmlformats.org/officeDocument/2006/relationships/image" Target="../media/image68.svg"/><Relationship Id="rId4" Type="http://schemas.openxmlformats.org/officeDocument/2006/relationships/image" Target="../media/image61.svg"/><Relationship Id="rId9" Type="http://schemas.openxmlformats.org/officeDocument/2006/relationships/image" Target="../media/image67.svg"/></Relationships>
</file>

<file path=ppt/slides/_rels/slide27.xml.rels><?xml version="1.0" encoding="UTF-8" standalone="yes"?>
<Relationships xmlns="http://schemas.openxmlformats.org/package/2006/relationships"><Relationship Id="rId3" Type="http://schemas.openxmlformats.org/officeDocument/2006/relationships/image" Target="../media/image63.png"/><Relationship Id="rId7" Type="http://schemas.openxmlformats.org/officeDocument/2006/relationships/image" Target="../media/image61.sv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0.svg"/><Relationship Id="rId5" Type="http://schemas.openxmlformats.org/officeDocument/2006/relationships/image" Target="../media/image69.svg"/><Relationship Id="rId4" Type="http://schemas.openxmlformats.org/officeDocument/2006/relationships/image" Target="../media/image64.svg"/></Relationships>
</file>

<file path=ppt/slides/_rels/slide28.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72.svg"/></Relationships>
</file>

<file path=ppt/slides/_rels/slide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73.png"/><Relationship Id="rId1" Type="http://schemas.openxmlformats.org/officeDocument/2006/relationships/slideLayout" Target="../slideLayouts/slideLayout3.xml"/><Relationship Id="rId4" Type="http://schemas.openxmlformats.org/officeDocument/2006/relationships/image" Target="../media/image74.jpeg"/></Relationships>
</file>

<file path=ppt/slides/_rels/slide30.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5.png"/><Relationship Id="rId7" Type="http://schemas.openxmlformats.org/officeDocument/2006/relationships/image" Target="../media/image79.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78.png"/><Relationship Id="rId5" Type="http://schemas.openxmlformats.org/officeDocument/2006/relationships/image" Target="../media/image77.png"/><Relationship Id="rId4" Type="http://schemas.openxmlformats.org/officeDocument/2006/relationships/image" Target="../media/image76.jpeg"/></Relationships>
</file>

<file path=ppt/slides/_rels/slide31.xml.rels><?xml version="1.0" encoding="UTF-8" standalone="yes"?>
<Relationships xmlns="http://schemas.openxmlformats.org/package/2006/relationships"><Relationship Id="rId3" Type="http://schemas.openxmlformats.org/officeDocument/2006/relationships/image" Target="../media/image80.sv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81.svg"/></Relationships>
</file>

<file path=ppt/slides/_rels/slide32.xml.rels><?xml version="1.0" encoding="UTF-8" standalone="yes"?>
<Relationships xmlns="http://schemas.openxmlformats.org/package/2006/relationships"><Relationship Id="rId3" Type="http://schemas.openxmlformats.org/officeDocument/2006/relationships/image" Target="../media/image82.svg"/><Relationship Id="rId7" Type="http://schemas.openxmlformats.org/officeDocument/2006/relationships/image" Target="../media/image86.svg"/><Relationship Id="rId2" Type="http://schemas.openxmlformats.org/officeDocument/2006/relationships/notesSlide" Target="../notesSlides/notesSlide28.xml"/><Relationship Id="rId1" Type="http://schemas.openxmlformats.org/officeDocument/2006/relationships/slideLayout" Target="../slideLayouts/slideLayout3.xml"/><Relationship Id="rId6" Type="http://schemas.openxmlformats.org/officeDocument/2006/relationships/image" Target="../media/image85.svg"/><Relationship Id="rId5" Type="http://schemas.openxmlformats.org/officeDocument/2006/relationships/image" Target="../media/image84.svg"/><Relationship Id="rId4" Type="http://schemas.openxmlformats.org/officeDocument/2006/relationships/image" Target="../media/image83.svg"/></Relationships>
</file>

<file path=ppt/slides/_rels/slide33.xml.rels><?xml version="1.0" encoding="UTF-8" standalone="yes"?>
<Relationships xmlns="http://schemas.openxmlformats.org/package/2006/relationships"><Relationship Id="rId3" Type="http://schemas.openxmlformats.org/officeDocument/2006/relationships/image" Target="../media/image87.sv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88.sv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91.png"/><Relationship Id="rId4" Type="http://schemas.openxmlformats.org/officeDocument/2006/relationships/hyperlink" Target="https://deepswe.datacurve.ai/"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6.xml"/><Relationship Id="rId1" Type="http://schemas.openxmlformats.org/officeDocument/2006/relationships/slideLayout" Target="../slideLayouts/slideLayout3.xml"/><Relationship Id="rId5" Type="http://schemas.openxmlformats.org/officeDocument/2006/relationships/image" Target="../media/image93.png"/><Relationship Id="rId4" Type="http://schemas.openxmlformats.org/officeDocument/2006/relationships/image" Target="../media/image92.png"/></Relationships>
</file>

<file path=ppt/slides/_rels/slide4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hyperlink" Target="https://arena.ai/leaderboard/text/pareto"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100.png"/><Relationship Id="rId2" Type="http://schemas.openxmlformats.org/officeDocument/2006/relationships/notesSlide" Target="../notesSlides/notesSlide38.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9.png"/><Relationship Id="rId5" Type="http://schemas.openxmlformats.org/officeDocument/2006/relationships/image" Target="../media/image3.png"/><Relationship Id="rId10" Type="http://schemas.openxmlformats.org/officeDocument/2006/relationships/image" Target="../media/image98.png"/><Relationship Id="rId4" Type="http://schemas.openxmlformats.org/officeDocument/2006/relationships/image" Target="../media/image2.png"/><Relationship Id="rId9" Type="http://schemas.openxmlformats.org/officeDocument/2006/relationships/image" Target="../media/image97.png"/></Relationships>
</file>

<file path=ppt/slides/_rels/slide43.xml.rels><?xml version="1.0" encoding="UTF-8" standalone="yes"?>
<Relationships xmlns="http://schemas.openxmlformats.org/package/2006/relationships"><Relationship Id="rId3" Type="http://schemas.openxmlformats.org/officeDocument/2006/relationships/image" Target="../media/image102.png"/><Relationship Id="rId7" Type="http://schemas.openxmlformats.org/officeDocument/2006/relationships/image" Target="../media/image73.png"/><Relationship Id="rId2" Type="http://schemas.openxmlformats.org/officeDocument/2006/relationships/image" Target="../media/image101.png"/><Relationship Id="rId1" Type="http://schemas.openxmlformats.org/officeDocument/2006/relationships/slideLayout" Target="../slideLayouts/slideLayout3.xml"/><Relationship Id="rId6" Type="http://schemas.openxmlformats.org/officeDocument/2006/relationships/image" Target="../media/image74.jpeg"/><Relationship Id="rId5" Type="http://schemas.openxmlformats.org/officeDocument/2006/relationships/image" Target="../media/image63.png"/><Relationship Id="rId4" Type="http://schemas.openxmlformats.org/officeDocument/2006/relationships/image" Target="../media/image103.png"/></Relationships>
</file>

<file path=ppt/slides/_rels/slide44.xml.rels><?xml version="1.0" encoding="UTF-8" standalone="yes"?>
<Relationships xmlns="http://schemas.openxmlformats.org/package/2006/relationships"><Relationship Id="rId2" Type="http://schemas.openxmlformats.org/officeDocument/2006/relationships/image" Target="../media/image74.jpe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4.xml"/><Relationship Id="rId5" Type="http://schemas.openxmlformats.org/officeDocument/2006/relationships/image" Target="../media/image107.png"/><Relationship Id="rId4" Type="http://schemas.openxmlformats.org/officeDocument/2006/relationships/image" Target="../media/image106.png"/></Relationships>
</file>

<file path=ppt/slides/_rels/slide46.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4.xml"/><Relationship Id="rId5" Type="http://schemas.openxmlformats.org/officeDocument/2006/relationships/image" Target="../media/image111.png"/><Relationship Id="rId4" Type="http://schemas.openxmlformats.org/officeDocument/2006/relationships/image" Target="../media/image110.png"/></Relationships>
</file>

<file path=ppt/slides/_rels/slide47.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2.png"/><Relationship Id="rId7" Type="http://schemas.openxmlformats.org/officeDocument/2006/relationships/image" Target="../media/image115.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14.png"/><Relationship Id="rId5" Type="http://schemas.openxmlformats.org/officeDocument/2006/relationships/image" Target="../media/image2300.png"/><Relationship Id="rId4" Type="http://schemas.openxmlformats.org/officeDocument/2006/relationships/image" Target="../media/image113.png"/></Relationships>
</file>

<file path=ppt/slides/_rels/slide48.xml.rels><?xml version="1.0" encoding="UTF-8" standalone="yes"?>
<Relationships xmlns="http://schemas.openxmlformats.org/package/2006/relationships"><Relationship Id="rId8" Type="http://schemas.openxmlformats.org/officeDocument/2006/relationships/image" Target="../media/image122.png"/><Relationship Id="rId3" Type="http://schemas.openxmlformats.org/officeDocument/2006/relationships/image" Target="../media/image117.png"/><Relationship Id="rId7" Type="http://schemas.openxmlformats.org/officeDocument/2006/relationships/image" Target="../media/image121.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 Id="rId9" Type="http://schemas.openxmlformats.org/officeDocument/2006/relationships/image" Target="../media/image1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003070" y="3212032"/>
            <a:ext cx="1214323"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MHA</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248491"/>
            <a:ext cx="219591" cy="675612"/>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187711" cy="61798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160109" y="593069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3995936" y="5930691"/>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2E1FC-954E-4851-B5E5-4B39140935AC}"/>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9F53878C-97BE-D6C4-AADF-0D0B425134E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sp>
        <p:nvSpPr>
          <p:cNvPr id="85" name="矩形 84">
            <a:extLst>
              <a:ext uri="{FF2B5EF4-FFF2-40B4-BE49-F238E27FC236}">
                <a16:creationId xmlns:a16="http://schemas.microsoft.com/office/drawing/2014/main" id="{2ABC8089-3C6A-2DFF-59E6-E5BD69A82017}"/>
              </a:ext>
            </a:extLst>
          </p:cNvPr>
          <p:cNvSpPr/>
          <p:nvPr/>
        </p:nvSpPr>
        <p:spPr>
          <a:xfrm>
            <a:off x="1121973" y="1633923"/>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94" name="文字方塊 93">
            <a:extLst>
              <a:ext uri="{FF2B5EF4-FFF2-40B4-BE49-F238E27FC236}">
                <a16:creationId xmlns:a16="http://schemas.microsoft.com/office/drawing/2014/main" id="{B5AD2527-7364-8872-592C-5D70DA6EF4E2}"/>
              </a:ext>
            </a:extLst>
          </p:cNvPr>
          <p:cNvSpPr txBox="1"/>
          <p:nvPr/>
        </p:nvSpPr>
        <p:spPr>
          <a:xfrm>
            <a:off x="1061117" y="2088197"/>
            <a:ext cx="434777" cy="184676"/>
          </a:xfrm>
          <a:prstGeom prst="rect">
            <a:avLst/>
          </a:prstGeom>
          <a:noFill/>
        </p:spPr>
        <p:txBody>
          <a:bodyPr wrap="none" lIns="0" tIns="0" rIns="0" bIns="0" rtlCol="0" anchor="ctr" anchorCtr="1">
            <a:noAutofit/>
          </a:bodyPr>
          <a:lstStyle/>
          <a:p>
            <a:pPr algn="ctr"/>
            <a:r>
              <a:rPr lang="en-US" altLang="zh-TW" sz="1400" dirty="0"/>
              <a:t>N*d</a:t>
            </a:r>
            <a:endParaRPr lang="zh-TW" altLang="en-US" sz="1400" dirty="0"/>
          </a:p>
        </p:txBody>
      </p:sp>
      <p:sp>
        <p:nvSpPr>
          <p:cNvPr id="119" name="矩形: 圓角 118">
            <a:extLst>
              <a:ext uri="{FF2B5EF4-FFF2-40B4-BE49-F238E27FC236}">
                <a16:creationId xmlns:a16="http://schemas.microsoft.com/office/drawing/2014/main" id="{F7477F9B-D4A8-4756-1FCA-E84E000EF944}"/>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0" name="矩形 29">
            <a:extLst>
              <a:ext uri="{FF2B5EF4-FFF2-40B4-BE49-F238E27FC236}">
                <a16:creationId xmlns:a16="http://schemas.microsoft.com/office/drawing/2014/main" id="{6E88A400-9A61-FE06-A47B-F23BF6A44BD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D6202818-E8AB-667F-C0CF-B73BDC1BA784}"/>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28" name="接點: 弧形 27">
            <a:extLst>
              <a:ext uri="{FF2B5EF4-FFF2-40B4-BE49-F238E27FC236}">
                <a16:creationId xmlns:a16="http://schemas.microsoft.com/office/drawing/2014/main" id="{5AC3720E-B36C-1250-0347-A08047255FA5}"/>
              </a:ext>
            </a:extLst>
          </p:cNvPr>
          <p:cNvCxnSpPr>
            <a:cxnSpLocks/>
            <a:stCxn id="85" idx="3"/>
            <a:endCxn id="23" idx="1"/>
          </p:cNvCxnSpPr>
          <p:nvPr/>
        </p:nvCxnSpPr>
        <p:spPr>
          <a:xfrm flipV="1">
            <a:off x="1435040" y="1736297"/>
            <a:ext cx="1944160" cy="11074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708B6622-146D-DFAE-8A54-7D99405471E4}"/>
              </a:ext>
            </a:extLst>
          </p:cNvPr>
          <p:cNvCxnSpPr>
            <a:cxnSpLocks/>
            <a:stCxn id="85" idx="3"/>
            <a:endCxn id="29" idx="1"/>
          </p:cNvCxnSpPr>
          <p:nvPr/>
        </p:nvCxnSpPr>
        <p:spPr>
          <a:xfrm>
            <a:off x="1435040" y="1847039"/>
            <a:ext cx="1944160" cy="41921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C9C582EE-5D49-81ED-BFE3-9621A05F70FB}"/>
              </a:ext>
            </a:extLst>
          </p:cNvPr>
          <p:cNvCxnSpPr>
            <a:cxnSpLocks/>
            <a:stCxn id="85" idx="3"/>
            <a:endCxn id="37" idx="1"/>
          </p:cNvCxnSpPr>
          <p:nvPr/>
        </p:nvCxnSpPr>
        <p:spPr>
          <a:xfrm>
            <a:off x="1435040" y="1847039"/>
            <a:ext cx="1944160" cy="94842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B3C38D2E-449B-0AFC-E49B-668F29ABC698}"/>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0040B068-DA0A-B1F9-472E-9E887B1C3930}"/>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9EB3DD4F-D929-C048-6233-B8235B567DB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48B1CE26-6919-5BFE-0EEA-D18F3B7E1872}"/>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6AB82FC-66A5-8B70-D9FD-C454B8F9212C}"/>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3BA5361D-9463-5788-2ED4-6C78A4B32D56}"/>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27872FBD-0295-C64F-1DEF-D2BB1BC08B14}"/>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70DD4B06-6BA1-BF24-EA59-CD52277CD0C7}"/>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824D694B-0C02-42EA-DB9E-98C8423E78B2}"/>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5EBAFECA-D878-7FF4-AA34-EDDA2B3DB3F7}"/>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92729E31-7957-6022-E707-9B715DCCDD61}"/>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7F081929-8A5D-D33D-27CC-B8E4904B559D}"/>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D7522D40-AF62-4A89-E5E7-15AE354E9B3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C168B236-2AAE-E0A4-3714-216BC1B322B2}"/>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F6D91DA6-76FB-28F2-3ECE-5B574F319869}"/>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graphicFrame>
        <p:nvGraphicFramePr>
          <p:cNvPr id="3" name="表格 2">
            <a:extLst>
              <a:ext uri="{FF2B5EF4-FFF2-40B4-BE49-F238E27FC236}">
                <a16:creationId xmlns:a16="http://schemas.microsoft.com/office/drawing/2014/main" id="{A4E4C2DD-DA9F-4C94-3335-3160B1100600}"/>
              </a:ext>
            </a:extLst>
          </p:cNvPr>
          <p:cNvGraphicFramePr>
            <a:graphicFrameLocks noGrp="1"/>
          </p:cNvGraphicFramePr>
          <p:nvPr>
            <p:extLst>
              <p:ext uri="{D42A27DB-BD31-4B8C-83A1-F6EECF244321}">
                <p14:modId xmlns:p14="http://schemas.microsoft.com/office/powerpoint/2010/main" val="2883532776"/>
              </p:ext>
            </p:extLst>
          </p:nvPr>
        </p:nvGraphicFramePr>
        <p:xfrm>
          <a:off x="2233359" y="4737891"/>
          <a:ext cx="1834585" cy="1499421"/>
        </p:xfrm>
        <a:graphic>
          <a:graphicData uri="http://schemas.openxmlformats.org/drawingml/2006/table">
            <a:tbl>
              <a:tblPr firstRow="1" bandRow="1">
                <a:tableStyleId>{5C22544A-7EE6-4342-B048-85BDC9FD1C3A}</a:tableStyleId>
              </a:tblPr>
              <a:tblGrid>
                <a:gridCol w="211080">
                  <a:extLst>
                    <a:ext uri="{9D8B030D-6E8A-4147-A177-3AD203B41FA5}">
                      <a16:colId xmlns:a16="http://schemas.microsoft.com/office/drawing/2014/main" val="871242339"/>
                    </a:ext>
                  </a:extLst>
                </a:gridCol>
                <a:gridCol w="202938">
                  <a:extLst>
                    <a:ext uri="{9D8B030D-6E8A-4147-A177-3AD203B41FA5}">
                      <a16:colId xmlns:a16="http://schemas.microsoft.com/office/drawing/2014/main" val="4108446047"/>
                    </a:ext>
                  </a:extLst>
                </a:gridCol>
                <a:gridCol w="202938">
                  <a:extLst>
                    <a:ext uri="{9D8B030D-6E8A-4147-A177-3AD203B41FA5}">
                      <a16:colId xmlns:a16="http://schemas.microsoft.com/office/drawing/2014/main" val="1986383383"/>
                    </a:ext>
                  </a:extLst>
                </a:gridCol>
                <a:gridCol w="202938">
                  <a:extLst>
                    <a:ext uri="{9D8B030D-6E8A-4147-A177-3AD203B41FA5}">
                      <a16:colId xmlns:a16="http://schemas.microsoft.com/office/drawing/2014/main" val="3805389299"/>
                    </a:ext>
                  </a:extLst>
                </a:gridCol>
                <a:gridCol w="306491">
                  <a:extLst>
                    <a:ext uri="{9D8B030D-6E8A-4147-A177-3AD203B41FA5}">
                      <a16:colId xmlns:a16="http://schemas.microsoft.com/office/drawing/2014/main" val="4066581974"/>
                    </a:ext>
                  </a:extLst>
                </a:gridCol>
                <a:gridCol w="177050">
                  <a:extLst>
                    <a:ext uri="{9D8B030D-6E8A-4147-A177-3AD203B41FA5}">
                      <a16:colId xmlns:a16="http://schemas.microsoft.com/office/drawing/2014/main" val="1508433019"/>
                    </a:ext>
                  </a:extLst>
                </a:gridCol>
                <a:gridCol w="177050">
                  <a:extLst>
                    <a:ext uri="{9D8B030D-6E8A-4147-A177-3AD203B41FA5}">
                      <a16:colId xmlns:a16="http://schemas.microsoft.com/office/drawing/2014/main" val="1970694898"/>
                    </a:ext>
                  </a:extLst>
                </a:gridCol>
                <a:gridCol w="177050">
                  <a:extLst>
                    <a:ext uri="{9D8B030D-6E8A-4147-A177-3AD203B41FA5}">
                      <a16:colId xmlns:a16="http://schemas.microsoft.com/office/drawing/2014/main" val="1823401774"/>
                    </a:ext>
                  </a:extLst>
                </a:gridCol>
                <a:gridCol w="177050">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az-Cyrl-AZ" altLang="zh-TW" sz="1000" b="1" dirty="0">
                          <a:solidFill>
                            <a:schemeClr val="tx1"/>
                          </a:solidFill>
                          <a:latin typeface="Calibri" panose="020F0502020204030204" pitchFamily="34" charset="0"/>
                          <a:ea typeface="Calibri" panose="020F0502020204030204" pitchFamily="34" charset="0"/>
                          <a:cs typeface="Calibri" panose="020F0502020204030204" pitchFamily="34" charset="0"/>
                        </a:rPr>
                        <a:t>Ꙩ</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2789904019"/>
                  </a:ext>
                </a:extLst>
              </a:tr>
            </a:tbl>
          </a:graphicData>
        </a:graphic>
      </p:graphicFrame>
      <p:graphicFrame>
        <p:nvGraphicFramePr>
          <p:cNvPr id="18" name="表格 17">
            <a:extLst>
              <a:ext uri="{FF2B5EF4-FFF2-40B4-BE49-F238E27FC236}">
                <a16:creationId xmlns:a16="http://schemas.microsoft.com/office/drawing/2014/main" id="{15E45F6B-A916-9975-2772-A70378D9C8C5}"/>
              </a:ext>
            </a:extLst>
          </p:cNvPr>
          <p:cNvGraphicFramePr>
            <a:graphicFrameLocks noGrp="1"/>
          </p:cNvGraphicFramePr>
          <p:nvPr>
            <p:extLst>
              <p:ext uri="{D42A27DB-BD31-4B8C-83A1-F6EECF244321}">
                <p14:modId xmlns:p14="http://schemas.microsoft.com/office/powerpoint/2010/main" val="1985477625"/>
              </p:ext>
            </p:extLst>
          </p:nvPr>
        </p:nvGraphicFramePr>
        <p:xfrm>
          <a:off x="4453832" y="4737891"/>
          <a:ext cx="1815237" cy="1499421"/>
        </p:xfrm>
        <a:graphic>
          <a:graphicData uri="http://schemas.openxmlformats.org/drawingml/2006/table">
            <a:tbl>
              <a:tblPr firstRow="1" bandRow="1">
                <a:tableStyleId>{5C22544A-7EE6-4342-B048-85BDC9FD1C3A}</a:tableStyleId>
              </a:tblPr>
              <a:tblGrid>
                <a:gridCol w="208853">
                  <a:extLst>
                    <a:ext uri="{9D8B030D-6E8A-4147-A177-3AD203B41FA5}">
                      <a16:colId xmlns:a16="http://schemas.microsoft.com/office/drawing/2014/main" val="871242339"/>
                    </a:ext>
                  </a:extLst>
                </a:gridCol>
                <a:gridCol w="200798">
                  <a:extLst>
                    <a:ext uri="{9D8B030D-6E8A-4147-A177-3AD203B41FA5}">
                      <a16:colId xmlns:a16="http://schemas.microsoft.com/office/drawing/2014/main" val="4108446047"/>
                    </a:ext>
                  </a:extLst>
                </a:gridCol>
                <a:gridCol w="200798">
                  <a:extLst>
                    <a:ext uri="{9D8B030D-6E8A-4147-A177-3AD203B41FA5}">
                      <a16:colId xmlns:a16="http://schemas.microsoft.com/office/drawing/2014/main" val="1986383383"/>
                    </a:ext>
                  </a:extLst>
                </a:gridCol>
                <a:gridCol w="200798">
                  <a:extLst>
                    <a:ext uri="{9D8B030D-6E8A-4147-A177-3AD203B41FA5}">
                      <a16:colId xmlns:a16="http://schemas.microsoft.com/office/drawing/2014/main" val="3805389299"/>
                    </a:ext>
                  </a:extLst>
                </a:gridCol>
                <a:gridCol w="200798">
                  <a:extLst>
                    <a:ext uri="{9D8B030D-6E8A-4147-A177-3AD203B41FA5}">
                      <a16:colId xmlns:a16="http://schemas.microsoft.com/office/drawing/2014/main" val="4066581974"/>
                    </a:ext>
                  </a:extLst>
                </a:gridCol>
                <a:gridCol w="200798">
                  <a:extLst>
                    <a:ext uri="{9D8B030D-6E8A-4147-A177-3AD203B41FA5}">
                      <a16:colId xmlns:a16="http://schemas.microsoft.com/office/drawing/2014/main" val="1508433019"/>
                    </a:ext>
                  </a:extLst>
                </a:gridCol>
                <a:gridCol w="200798">
                  <a:extLst>
                    <a:ext uri="{9D8B030D-6E8A-4147-A177-3AD203B41FA5}">
                      <a16:colId xmlns:a16="http://schemas.microsoft.com/office/drawing/2014/main" val="1970694898"/>
                    </a:ext>
                  </a:extLst>
                </a:gridCol>
                <a:gridCol w="200798">
                  <a:extLst>
                    <a:ext uri="{9D8B030D-6E8A-4147-A177-3AD203B41FA5}">
                      <a16:colId xmlns:a16="http://schemas.microsoft.com/office/drawing/2014/main" val="1424301285"/>
                    </a:ext>
                  </a:extLst>
                </a:gridCol>
                <a:gridCol w="20079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1"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20" name="表格 19">
            <a:extLst>
              <a:ext uri="{FF2B5EF4-FFF2-40B4-BE49-F238E27FC236}">
                <a16:creationId xmlns:a16="http://schemas.microsoft.com/office/drawing/2014/main" id="{9987F561-B119-663F-2EE6-7CC8B858499A}"/>
              </a:ext>
            </a:extLst>
          </p:cNvPr>
          <p:cNvGraphicFramePr>
            <a:graphicFrameLocks noGrp="1"/>
          </p:cNvGraphicFramePr>
          <p:nvPr>
            <p:extLst>
              <p:ext uri="{D42A27DB-BD31-4B8C-83A1-F6EECF244321}">
                <p14:modId xmlns:p14="http://schemas.microsoft.com/office/powerpoint/2010/main" val="2826463657"/>
              </p:ext>
            </p:extLst>
          </p:nvPr>
        </p:nvGraphicFramePr>
        <p:xfrm>
          <a:off x="6332612" y="4737891"/>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graphicFrame>
        <p:nvGraphicFramePr>
          <p:cNvPr id="27" name="表格 26">
            <a:extLst>
              <a:ext uri="{FF2B5EF4-FFF2-40B4-BE49-F238E27FC236}">
                <a16:creationId xmlns:a16="http://schemas.microsoft.com/office/drawing/2014/main" id="{C05BFBB7-38E4-72AF-90CB-0BA8048D0B4D}"/>
              </a:ext>
            </a:extLst>
          </p:cNvPr>
          <p:cNvGraphicFramePr>
            <a:graphicFrameLocks noGrp="1"/>
          </p:cNvGraphicFramePr>
          <p:nvPr>
            <p:extLst>
              <p:ext uri="{D42A27DB-BD31-4B8C-83A1-F6EECF244321}">
                <p14:modId xmlns:p14="http://schemas.microsoft.com/office/powerpoint/2010/main" val="2889581225"/>
              </p:ext>
            </p:extLst>
          </p:nvPr>
        </p:nvGraphicFramePr>
        <p:xfrm>
          <a:off x="1469798" y="4737891"/>
          <a:ext cx="653930" cy="1499421"/>
        </p:xfrm>
        <a:graphic>
          <a:graphicData uri="http://schemas.openxmlformats.org/drawingml/2006/table">
            <a:tbl>
              <a:tblPr firstRow="1" bandRow="1">
                <a:tableStyleId>{5C22544A-7EE6-4342-B048-85BDC9FD1C3A}</a:tableStyleId>
              </a:tblPr>
              <a:tblGrid>
                <a:gridCol w="233756">
                  <a:extLst>
                    <a:ext uri="{9D8B030D-6E8A-4147-A177-3AD203B41FA5}">
                      <a16:colId xmlns:a16="http://schemas.microsoft.com/office/drawing/2014/main" val="871242339"/>
                    </a:ext>
                  </a:extLst>
                </a:gridCol>
                <a:gridCol w="210087">
                  <a:extLst>
                    <a:ext uri="{9D8B030D-6E8A-4147-A177-3AD203B41FA5}">
                      <a16:colId xmlns:a16="http://schemas.microsoft.com/office/drawing/2014/main" val="1823401774"/>
                    </a:ext>
                  </a:extLst>
                </a:gridCol>
                <a:gridCol w="210087">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65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2789904019"/>
                  </a:ext>
                </a:extLst>
              </a:tr>
            </a:tbl>
          </a:graphicData>
        </a:graphic>
      </p:graphicFrame>
      <p:sp>
        <p:nvSpPr>
          <p:cNvPr id="41" name="文字方塊 40">
            <a:extLst>
              <a:ext uri="{FF2B5EF4-FFF2-40B4-BE49-F238E27FC236}">
                <a16:creationId xmlns:a16="http://schemas.microsoft.com/office/drawing/2014/main" id="{F013A126-5BE6-0C42-FF3D-56641B2F6C9A}"/>
              </a:ext>
            </a:extLst>
          </p:cNvPr>
          <p:cNvSpPr txBox="1"/>
          <p:nvPr/>
        </p:nvSpPr>
        <p:spPr>
          <a:xfrm>
            <a:off x="5615811" y="4354489"/>
            <a:ext cx="316238" cy="333823"/>
          </a:xfrm>
          <a:prstGeom prst="rect">
            <a:avLst/>
          </a:prstGeom>
          <a:noFill/>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950B938C-E16C-1969-3AB6-CA551EEB16DB}"/>
              </a:ext>
            </a:extLst>
          </p:cNvPr>
          <p:cNvSpPr txBox="1"/>
          <p:nvPr/>
        </p:nvSpPr>
        <p:spPr>
          <a:xfrm>
            <a:off x="6538765" y="4354489"/>
            <a:ext cx="316238" cy="333823"/>
          </a:xfrm>
          <a:prstGeom prst="rect">
            <a:avLst/>
          </a:prstGeom>
          <a:noFill/>
        </p:spPr>
        <p:txBody>
          <a:bodyPr wrap="none" lIns="0" tIns="0" rIns="0" bIns="0" rtlCol="0" anchor="ctr" anchorCtr="1">
            <a:noAutofit/>
          </a:bodyPr>
          <a:lstStyle/>
          <a:p>
            <a:pPr algn="ctr"/>
            <a:r>
              <a:rPr lang="en-US" altLang="zh-TW"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A</a:t>
            </a:r>
            <a:endParaRPr lang="zh-TW" altLang="en-US" sz="1000" dirty="0">
              <a:solidFill>
                <a:schemeClr val="bg1">
                  <a:lumMod val="50000"/>
                </a:schemeClr>
              </a:solidFill>
              <a:latin typeface="ADLaM Display" panose="02010000000000000000" pitchFamily="2" charset="0"/>
              <a:cs typeface="ADLaM Display" panose="02010000000000000000" pitchFamily="2" charset="0"/>
            </a:endParaRPr>
          </a:p>
        </p:txBody>
      </p:sp>
      <p:graphicFrame>
        <p:nvGraphicFramePr>
          <p:cNvPr id="59" name="表格 58">
            <a:extLst>
              <a:ext uri="{FF2B5EF4-FFF2-40B4-BE49-F238E27FC236}">
                <a16:creationId xmlns:a16="http://schemas.microsoft.com/office/drawing/2014/main" id="{FE2D4A12-7DE5-D645-4930-4C243C222D92}"/>
              </a:ext>
            </a:extLst>
          </p:cNvPr>
          <p:cNvGraphicFramePr>
            <a:graphicFrameLocks noGrp="1"/>
          </p:cNvGraphicFramePr>
          <p:nvPr>
            <p:extLst>
              <p:ext uri="{D42A27DB-BD31-4B8C-83A1-F6EECF244321}">
                <p14:modId xmlns:p14="http://schemas.microsoft.com/office/powerpoint/2010/main" val="1625383457"/>
              </p:ext>
            </p:extLst>
          </p:nvPr>
        </p:nvGraphicFramePr>
        <p:xfrm>
          <a:off x="7349892" y="4737891"/>
          <a:ext cx="728545" cy="1499421"/>
        </p:xfrm>
        <a:graphic>
          <a:graphicData uri="http://schemas.openxmlformats.org/drawingml/2006/table">
            <a:tbl>
              <a:tblPr firstRow="1" bandRow="1">
                <a:tableStyleId>{5C22544A-7EE6-4342-B048-85BDC9FD1C3A}</a:tableStyleId>
              </a:tblPr>
              <a:tblGrid>
                <a:gridCol w="249257">
                  <a:extLst>
                    <a:ext uri="{9D8B030D-6E8A-4147-A177-3AD203B41FA5}">
                      <a16:colId xmlns:a16="http://schemas.microsoft.com/office/drawing/2014/main" val="871242339"/>
                    </a:ext>
                  </a:extLst>
                </a:gridCol>
                <a:gridCol w="239644">
                  <a:extLst>
                    <a:ext uri="{9D8B030D-6E8A-4147-A177-3AD203B41FA5}">
                      <a16:colId xmlns:a16="http://schemas.microsoft.com/office/drawing/2014/main" val="1823401774"/>
                    </a:ext>
                  </a:extLst>
                </a:gridCol>
                <a:gridCol w="239644">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789904019"/>
                  </a:ext>
                </a:extLst>
              </a:tr>
            </a:tbl>
          </a:graphicData>
        </a:graphic>
      </p:graphicFrame>
      <p:sp>
        <p:nvSpPr>
          <p:cNvPr id="61" name="文字方塊 60">
            <a:extLst>
              <a:ext uri="{FF2B5EF4-FFF2-40B4-BE49-F238E27FC236}">
                <a16:creationId xmlns:a16="http://schemas.microsoft.com/office/drawing/2014/main" id="{89A85F49-E9EE-2A3F-9C5F-B359E43A192F}"/>
              </a:ext>
            </a:extLst>
          </p:cNvPr>
          <p:cNvSpPr txBox="1"/>
          <p:nvPr/>
        </p:nvSpPr>
        <p:spPr>
          <a:xfrm>
            <a:off x="7287051" y="4354488"/>
            <a:ext cx="854226" cy="333823"/>
          </a:xfrm>
          <a:prstGeom prst="rect">
            <a:avLst/>
          </a:prstGeom>
          <a:noFill/>
        </p:spPr>
        <p:txBody>
          <a:bodyPr wrap="none" lIns="0" tIns="0" rIns="0" bIns="0" rtlCol="0" anchor="ctr" anchorCtr="1">
            <a:noAutofit/>
          </a:bodyPr>
          <a:lstStyle/>
          <a:p>
            <a:pPr algn="ctr"/>
            <a:r>
              <a:rPr lang="en-US" altLang="zh-TW" sz="12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RMS</a:t>
            </a:r>
            <a:endParaRPr lang="zh-TW" altLang="en-US" sz="1200" dirty="0">
              <a:solidFill>
                <a:schemeClr val="bg1">
                  <a:lumMod val="50000"/>
                </a:schemeClr>
              </a:solidFill>
              <a:latin typeface="ADLaM Display" panose="02010000000000000000" pitchFamily="2" charset="0"/>
              <a:cs typeface="ADLaM Display" panose="02010000000000000000" pitchFamily="2" charset="0"/>
            </a:endParaRPr>
          </a:p>
        </p:txBody>
      </p:sp>
      <p:sp>
        <p:nvSpPr>
          <p:cNvPr id="71" name="文字方塊 70">
            <a:extLst>
              <a:ext uri="{FF2B5EF4-FFF2-40B4-BE49-F238E27FC236}">
                <a16:creationId xmlns:a16="http://schemas.microsoft.com/office/drawing/2014/main" id="{952511F5-122B-7672-6F39-15FB4E72019D}"/>
              </a:ext>
            </a:extLst>
          </p:cNvPr>
          <p:cNvSpPr txBox="1"/>
          <p:nvPr/>
        </p:nvSpPr>
        <p:spPr>
          <a:xfrm>
            <a:off x="7122613" y="5354976"/>
            <a:ext cx="165823" cy="246221"/>
          </a:xfrm>
          <a:prstGeom prst="rect">
            <a:avLst/>
          </a:prstGeom>
          <a:noFill/>
        </p:spPr>
        <p:txBody>
          <a:bodyPr wrap="square">
            <a:spAutoFit/>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p:txBody>
      </p:sp>
      <p:sp>
        <p:nvSpPr>
          <p:cNvPr id="97" name="矩形 96">
            <a:extLst>
              <a:ext uri="{FF2B5EF4-FFF2-40B4-BE49-F238E27FC236}">
                <a16:creationId xmlns:a16="http://schemas.microsoft.com/office/drawing/2014/main" id="{2C43022C-F091-8CFC-69FB-065E447B1249}"/>
              </a:ext>
            </a:extLst>
          </p:cNvPr>
          <p:cNvSpPr/>
          <p:nvPr/>
        </p:nvSpPr>
        <p:spPr>
          <a:xfrm>
            <a:off x="1412282" y="3678870"/>
            <a:ext cx="2708436" cy="2630450"/>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graphicFrame>
        <p:nvGraphicFramePr>
          <p:cNvPr id="24" name="表格 23">
            <a:extLst>
              <a:ext uri="{FF2B5EF4-FFF2-40B4-BE49-F238E27FC236}">
                <a16:creationId xmlns:a16="http://schemas.microsoft.com/office/drawing/2014/main" id="{C8088BAC-BEC6-2D08-54B1-5CD74FAFBB38}"/>
              </a:ext>
            </a:extLst>
          </p:cNvPr>
          <p:cNvGraphicFramePr>
            <a:graphicFrameLocks noGrp="1"/>
          </p:cNvGraphicFramePr>
          <p:nvPr>
            <p:extLst>
              <p:ext uri="{D42A27DB-BD31-4B8C-83A1-F6EECF244321}">
                <p14:modId xmlns:p14="http://schemas.microsoft.com/office/powerpoint/2010/main" val="3808866385"/>
              </p:ext>
            </p:extLst>
          </p:nvPr>
        </p:nvGraphicFramePr>
        <p:xfrm>
          <a:off x="2233358" y="3933056"/>
          <a:ext cx="807240" cy="642609"/>
        </p:xfrm>
        <a:graphic>
          <a:graphicData uri="http://schemas.openxmlformats.org/drawingml/2006/table">
            <a:tbl>
              <a:tblPr firstRow="1" bandRow="1">
                <a:tableStyleId>{5C22544A-7EE6-4342-B048-85BDC9FD1C3A}</a:tableStyleId>
              </a:tblPr>
              <a:tblGrid>
                <a:gridCol w="207822">
                  <a:extLst>
                    <a:ext uri="{9D8B030D-6E8A-4147-A177-3AD203B41FA5}">
                      <a16:colId xmlns:a16="http://schemas.microsoft.com/office/drawing/2014/main" val="871242339"/>
                    </a:ext>
                  </a:extLst>
                </a:gridCol>
                <a:gridCol w="199806">
                  <a:extLst>
                    <a:ext uri="{9D8B030D-6E8A-4147-A177-3AD203B41FA5}">
                      <a16:colId xmlns:a16="http://schemas.microsoft.com/office/drawing/2014/main" val="1823401774"/>
                    </a:ext>
                  </a:extLst>
                </a:gridCol>
                <a:gridCol w="199806">
                  <a:extLst>
                    <a:ext uri="{9D8B030D-6E8A-4147-A177-3AD203B41FA5}">
                      <a16:colId xmlns:a16="http://schemas.microsoft.com/office/drawing/2014/main" val="2361940216"/>
                    </a:ext>
                  </a:extLst>
                </a:gridCol>
                <a:gridCol w="199806">
                  <a:extLst>
                    <a:ext uri="{9D8B030D-6E8A-4147-A177-3AD203B41FA5}">
                      <a16:colId xmlns:a16="http://schemas.microsoft.com/office/drawing/2014/main" val="1424301285"/>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3272610666"/>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28575" cap="flat" cmpd="sng" algn="ctr">
                      <a:solidFill>
                        <a:schemeClr val="bg1"/>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28575"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5">
                        <a:lumMod val="40000"/>
                        <a:lumOff val="60000"/>
                      </a:schemeClr>
                    </a:solidFill>
                  </a:tcPr>
                </a:tc>
                <a:extLst>
                  <a:ext uri="{0D108BD9-81ED-4DB2-BD59-A6C34878D82A}">
                    <a16:rowId xmlns:a16="http://schemas.microsoft.com/office/drawing/2014/main" val="2787225911"/>
                  </a:ext>
                </a:extLst>
              </a:tr>
            </a:tbl>
          </a:graphicData>
        </a:graphic>
      </p:graphicFrame>
      <p:sp>
        <p:nvSpPr>
          <p:cNvPr id="36" name="文字方塊 35">
            <a:extLst>
              <a:ext uri="{FF2B5EF4-FFF2-40B4-BE49-F238E27FC236}">
                <a16:creationId xmlns:a16="http://schemas.microsoft.com/office/drawing/2014/main" id="{C19F77F4-4ABF-D590-91B3-B66B0B400E7B}"/>
              </a:ext>
            </a:extLst>
          </p:cNvPr>
          <p:cNvSpPr txBox="1"/>
          <p:nvPr/>
        </p:nvSpPr>
        <p:spPr>
          <a:xfrm>
            <a:off x="1608090" y="4356439"/>
            <a:ext cx="316238" cy="333823"/>
          </a:xfrm>
          <a:prstGeom prst="rect">
            <a:avLst/>
          </a:prstGeom>
          <a:noFill/>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69F0847B-09A8-F6C5-C9D8-00166C3A61C1}"/>
              </a:ext>
            </a:extLst>
          </p:cNvPr>
          <p:cNvSpPr txBox="1"/>
          <p:nvPr/>
        </p:nvSpPr>
        <p:spPr>
          <a:xfrm>
            <a:off x="2478859" y="3631729"/>
            <a:ext cx="316238" cy="333823"/>
          </a:xfrm>
          <a:prstGeom prst="rect">
            <a:avLst/>
          </a:prstGeom>
          <a:noFill/>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104" name="文字方塊 103">
            <a:extLst>
              <a:ext uri="{FF2B5EF4-FFF2-40B4-BE49-F238E27FC236}">
                <a16:creationId xmlns:a16="http://schemas.microsoft.com/office/drawing/2014/main" id="{6FCD64FD-F98B-8AC4-C4AC-D3B0F56692A6}"/>
              </a:ext>
            </a:extLst>
          </p:cNvPr>
          <p:cNvSpPr txBox="1"/>
          <p:nvPr/>
        </p:nvSpPr>
        <p:spPr>
          <a:xfrm>
            <a:off x="3419872" y="4354488"/>
            <a:ext cx="530084" cy="333823"/>
          </a:xfrm>
          <a:prstGeom prst="rect">
            <a:avLst/>
          </a:prstGeom>
          <a:noFill/>
        </p:spPr>
        <p:txBody>
          <a:bodyPr wrap="none" lIns="0" tIns="0" rIns="0" bIns="0" rtlCol="0" anchor="ctr" anchorCtr="1">
            <a:noAutofit/>
          </a:bodyPr>
          <a:lstStyle/>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Causal</a:t>
            </a:r>
          </a:p>
          <a:p>
            <a:pPr algn="ctr">
              <a:lnSpc>
                <a:spcPts val="1400"/>
              </a:lnSpc>
            </a:pPr>
            <a:r>
              <a:rPr lang="en-US" altLang="zh-TW" sz="1200" dirty="0">
                <a:solidFill>
                  <a:schemeClr val="accent4"/>
                </a:solidFill>
                <a:latin typeface="ADLaM Display" panose="02010000000000000000" pitchFamily="2" charset="0"/>
                <a:ea typeface="ADLaM Display" panose="02010000000000000000" pitchFamily="2" charset="0"/>
                <a:cs typeface="ADLaM Display" panose="02010000000000000000" pitchFamily="2" charset="0"/>
              </a:rPr>
              <a:t>Mask</a:t>
            </a:r>
            <a:endParaRPr lang="zh-TW" altLang="en-US" sz="1200" dirty="0">
              <a:solidFill>
                <a:schemeClr val="accent4"/>
              </a:solidFill>
              <a:latin typeface="ADLaM Display" panose="02010000000000000000" pitchFamily="2" charset="0"/>
              <a:cs typeface="ADLaM Display" panose="02010000000000000000" pitchFamily="2" charset="0"/>
            </a:endParaRPr>
          </a:p>
        </p:txBody>
      </p:sp>
      <p:sp>
        <p:nvSpPr>
          <p:cNvPr id="108" name="文字方塊 107">
            <a:extLst>
              <a:ext uri="{FF2B5EF4-FFF2-40B4-BE49-F238E27FC236}">
                <a16:creationId xmlns:a16="http://schemas.microsoft.com/office/drawing/2014/main" id="{C32316A1-7275-ECB4-C147-A4E21A4A55BB}"/>
              </a:ext>
            </a:extLst>
          </p:cNvPr>
          <p:cNvSpPr txBox="1"/>
          <p:nvPr/>
        </p:nvSpPr>
        <p:spPr>
          <a:xfrm>
            <a:off x="4762012" y="1572463"/>
            <a:ext cx="316238" cy="333823"/>
          </a:xfrm>
          <a:prstGeom prst="rect">
            <a:avLst/>
          </a:prstGeom>
          <a:noFill/>
        </p:spPr>
        <p:txBody>
          <a:bodyPr wrap="none" lIns="0" tIns="0" rIns="0" bIns="0" rtlCol="0" anchor="ctr" anchorCtr="1">
            <a:noAutofit/>
          </a:bodyPr>
          <a:lstStyle/>
          <a:p>
            <a:pPr algn="ctr"/>
            <a:r>
              <a:rPr lang="en-US" altLang="zh-TW" dirty="0">
                <a:solidFill>
                  <a:schemeClr val="accent2">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Q</a:t>
            </a:r>
            <a:endParaRPr lang="zh-TW" altLang="en-US" dirty="0">
              <a:solidFill>
                <a:schemeClr val="accent2">
                  <a:lumMod val="60000"/>
                  <a:lumOff val="40000"/>
                </a:schemeClr>
              </a:solidFill>
              <a:latin typeface="ADLaM Display" panose="02010000000000000000" pitchFamily="2" charset="0"/>
              <a:cs typeface="ADLaM Display" panose="02010000000000000000" pitchFamily="2" charset="0"/>
            </a:endParaRPr>
          </a:p>
        </p:txBody>
      </p:sp>
      <p:sp>
        <p:nvSpPr>
          <p:cNvPr id="110" name="文字方塊 109">
            <a:extLst>
              <a:ext uri="{FF2B5EF4-FFF2-40B4-BE49-F238E27FC236}">
                <a16:creationId xmlns:a16="http://schemas.microsoft.com/office/drawing/2014/main" id="{390ABA1D-A29A-CAE9-0C88-4B342E969903}"/>
              </a:ext>
            </a:extLst>
          </p:cNvPr>
          <p:cNvSpPr txBox="1"/>
          <p:nvPr/>
        </p:nvSpPr>
        <p:spPr>
          <a:xfrm>
            <a:off x="4762012" y="2138324"/>
            <a:ext cx="316238" cy="333823"/>
          </a:xfrm>
          <a:prstGeom prst="rect">
            <a:avLst/>
          </a:prstGeom>
          <a:noFill/>
        </p:spPr>
        <p:txBody>
          <a:bodyPr wrap="none" lIns="0" tIns="0" rIns="0" bIns="0" rtlCol="0" anchor="ctr" anchorCtr="1">
            <a:noAutofit/>
          </a:bodyPr>
          <a:lstStyle/>
          <a:p>
            <a:pPr algn="ctr"/>
            <a:r>
              <a:rPr lang="en-US" altLang="zh-TW" dirty="0">
                <a:solidFill>
                  <a:schemeClr val="accent5">
                    <a:lumMod val="75000"/>
                  </a:schemeClr>
                </a:solidFill>
                <a:latin typeface="ADLaM Display" panose="02010000000000000000" pitchFamily="2" charset="0"/>
                <a:ea typeface="ADLaM Display" panose="02010000000000000000" pitchFamily="2" charset="0"/>
                <a:cs typeface="ADLaM Display" panose="02010000000000000000" pitchFamily="2" charset="0"/>
              </a:rPr>
              <a:t>K</a:t>
            </a: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118" name="矩形 117">
            <a:extLst>
              <a:ext uri="{FF2B5EF4-FFF2-40B4-BE49-F238E27FC236}">
                <a16:creationId xmlns:a16="http://schemas.microsoft.com/office/drawing/2014/main" id="{BE1FB767-D356-3535-55FC-E8D790AA59B0}"/>
              </a:ext>
            </a:extLst>
          </p:cNvPr>
          <p:cNvSpPr/>
          <p:nvPr/>
        </p:nvSpPr>
        <p:spPr>
          <a:xfrm>
            <a:off x="464323" y="1138928"/>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graphicFrame>
        <p:nvGraphicFramePr>
          <p:cNvPr id="5" name="表格 4">
            <a:extLst>
              <a:ext uri="{FF2B5EF4-FFF2-40B4-BE49-F238E27FC236}">
                <a16:creationId xmlns:a16="http://schemas.microsoft.com/office/drawing/2014/main" id="{F7188202-F1B9-E181-F924-1D279F5BA0D2}"/>
              </a:ext>
            </a:extLst>
          </p:cNvPr>
          <p:cNvGraphicFramePr>
            <a:graphicFrameLocks noGrp="1"/>
          </p:cNvGraphicFramePr>
          <p:nvPr>
            <p:extLst>
              <p:ext uri="{D42A27DB-BD31-4B8C-83A1-F6EECF244321}">
                <p14:modId xmlns:p14="http://schemas.microsoft.com/office/powerpoint/2010/main" val="552433745"/>
              </p:ext>
            </p:extLst>
          </p:nvPr>
        </p:nvGraphicFramePr>
        <p:xfrm>
          <a:off x="4198085" y="4725666"/>
          <a:ext cx="211368" cy="1499421"/>
        </p:xfrm>
        <a:graphic>
          <a:graphicData uri="http://schemas.openxmlformats.org/drawingml/2006/table">
            <a:tbl>
              <a:tblPr firstRow="1" bandRow="1">
                <a:tableStyleId>{5C22544A-7EE6-4342-B048-85BDC9FD1C3A}</a:tableStyleId>
              </a:tblPr>
              <a:tblGrid>
                <a:gridCol w="211368">
                  <a:extLst>
                    <a:ext uri="{9D8B030D-6E8A-4147-A177-3AD203B41FA5}">
                      <a16:colId xmlns:a16="http://schemas.microsoft.com/office/drawing/2014/main" val="506512337"/>
                    </a:ext>
                  </a:extLst>
                </a:gridCol>
              </a:tblGrid>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5496678"/>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529971003"/>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975019256"/>
                  </a:ext>
                </a:extLst>
              </a:tr>
              <a:tr h="21420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89904019"/>
                  </a:ext>
                </a:extLst>
              </a:tr>
            </a:tbl>
          </a:graphicData>
        </a:graphic>
      </p:graphicFrame>
      <p:graphicFrame>
        <p:nvGraphicFramePr>
          <p:cNvPr id="14" name="表格 13">
            <a:extLst>
              <a:ext uri="{FF2B5EF4-FFF2-40B4-BE49-F238E27FC236}">
                <a16:creationId xmlns:a16="http://schemas.microsoft.com/office/drawing/2014/main" id="{995517B1-5805-77E1-E06A-0BE43489B393}"/>
              </a:ext>
            </a:extLst>
          </p:cNvPr>
          <p:cNvGraphicFramePr>
            <a:graphicFrameLocks noGrp="1"/>
          </p:cNvGraphicFramePr>
          <p:nvPr>
            <p:extLst>
              <p:ext uri="{D42A27DB-BD31-4B8C-83A1-F6EECF244321}">
                <p14:modId xmlns:p14="http://schemas.microsoft.com/office/powerpoint/2010/main" val="2010049677"/>
              </p:ext>
            </p:extLst>
          </p:nvPr>
        </p:nvGraphicFramePr>
        <p:xfrm>
          <a:off x="8100392" y="4735933"/>
          <a:ext cx="482931" cy="1499421"/>
        </p:xfrm>
        <a:graphic>
          <a:graphicData uri="http://schemas.openxmlformats.org/drawingml/2006/table">
            <a:tbl>
              <a:tblPr firstRow="1" bandRow="1">
                <a:tableStyleId>{5C22544A-7EE6-4342-B048-85BDC9FD1C3A}</a:tableStyleId>
              </a:tblPr>
              <a:tblGrid>
                <a:gridCol w="482931">
                  <a:extLst>
                    <a:ext uri="{9D8B030D-6E8A-4147-A177-3AD203B41FA5}">
                      <a16:colId xmlns:a16="http://schemas.microsoft.com/office/drawing/2014/main" val="3375373057"/>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dog</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over</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jumps</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019256"/>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fox</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9904019"/>
                  </a:ext>
                </a:extLst>
              </a:tr>
            </a:tbl>
          </a:graphicData>
        </a:graphic>
      </p:graphicFrame>
      <p:graphicFrame>
        <p:nvGraphicFramePr>
          <p:cNvPr id="16" name="表格 15">
            <a:extLst>
              <a:ext uri="{FF2B5EF4-FFF2-40B4-BE49-F238E27FC236}">
                <a16:creationId xmlns:a16="http://schemas.microsoft.com/office/drawing/2014/main" id="{A752ED0E-A1F6-9198-874C-7E02598BCA54}"/>
              </a:ext>
            </a:extLst>
          </p:cNvPr>
          <p:cNvGraphicFramePr>
            <a:graphicFrameLocks noGrp="1"/>
          </p:cNvGraphicFramePr>
          <p:nvPr>
            <p:extLst>
              <p:ext uri="{D42A27DB-BD31-4B8C-83A1-F6EECF244321}">
                <p14:modId xmlns:p14="http://schemas.microsoft.com/office/powerpoint/2010/main" val="1577052330"/>
              </p:ext>
            </p:extLst>
          </p:nvPr>
        </p:nvGraphicFramePr>
        <p:xfrm>
          <a:off x="848709" y="4735933"/>
          <a:ext cx="482931" cy="1499421"/>
        </p:xfrm>
        <a:graphic>
          <a:graphicData uri="http://schemas.openxmlformats.org/drawingml/2006/table">
            <a:tbl>
              <a:tblPr firstRow="1" bandRow="1">
                <a:tableStyleId>{5C22544A-7EE6-4342-B048-85BDC9FD1C3A}</a:tableStyleId>
              </a:tblPr>
              <a:tblGrid>
                <a:gridCol w="482931">
                  <a:extLst>
                    <a:ext uri="{9D8B030D-6E8A-4147-A177-3AD203B41FA5}">
                      <a16:colId xmlns:a16="http://schemas.microsoft.com/office/drawing/2014/main" val="3375373057"/>
                    </a:ext>
                  </a:extLst>
                </a:gridCol>
              </a:tblGrid>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5496678"/>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dog</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7225911"/>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29971003"/>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over</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70384225"/>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jumps</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5019256"/>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fox</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36641310"/>
                  </a:ext>
                </a:extLst>
              </a:tr>
              <a:tr h="214203">
                <a:tc>
                  <a:txBody>
                    <a:bodyPr/>
                    <a:lstStyle/>
                    <a:p>
                      <a:pPr algn="ctr"/>
                      <a:r>
                        <a:rPr lang="en-US" altLang="zh-TW" sz="1000" b="0" dirty="0">
                          <a:solidFill>
                            <a:schemeClr val="bg1">
                              <a:lumMod val="50000"/>
                            </a:schemeClr>
                          </a:solidFill>
                          <a:latin typeface="ADLaM Display" panose="02010000000000000000" pitchFamily="2" charset="0"/>
                          <a:cs typeface="ADLaM Display" panose="02010000000000000000" pitchFamily="2" charset="0"/>
                        </a:rPr>
                        <a:t>The</a:t>
                      </a:r>
                      <a:endParaRPr lang="zh-TW" altLang="en-US" sz="1000" b="0" dirty="0">
                        <a:solidFill>
                          <a:schemeClr val="bg1">
                            <a:lumMod val="50000"/>
                          </a:schemeClr>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789904019"/>
                  </a:ext>
                </a:extLst>
              </a:tr>
            </a:tbl>
          </a:graphicData>
        </a:graphic>
      </p:graphicFrame>
      <p:sp>
        <p:nvSpPr>
          <p:cNvPr id="19" name="文字方塊 18">
            <a:extLst>
              <a:ext uri="{FF2B5EF4-FFF2-40B4-BE49-F238E27FC236}">
                <a16:creationId xmlns:a16="http://schemas.microsoft.com/office/drawing/2014/main" id="{0BB2E2EB-536D-D2D4-41B1-6009BA8241B5}"/>
              </a:ext>
            </a:extLst>
          </p:cNvPr>
          <p:cNvSpPr txBox="1"/>
          <p:nvPr/>
        </p:nvSpPr>
        <p:spPr>
          <a:xfrm>
            <a:off x="4762012" y="2638404"/>
            <a:ext cx="316238" cy="333823"/>
          </a:xfrm>
          <a:prstGeom prst="rect">
            <a:avLst/>
          </a:prstGeom>
          <a:noFill/>
        </p:spPr>
        <p:txBody>
          <a:bodyPr wrap="none" lIns="0" tIns="0" rIns="0" bIns="0" rtlCol="0" anchor="ctr" anchorCtr="1">
            <a:noAutofit/>
          </a:bodyPr>
          <a:lstStyle/>
          <a:p>
            <a:pPr algn="ctr"/>
            <a:r>
              <a:rPr lang="en-US" altLang="zh-TW" dirty="0">
                <a:solidFill>
                  <a:schemeClr val="accent3">
                    <a:lumMod val="75000"/>
                  </a:schemeClr>
                </a:solidFill>
                <a:latin typeface="ADLaM Display" panose="02010000000000000000" pitchFamily="2" charset="0"/>
                <a:ea typeface="ADLaM Display" panose="02010000000000000000" pitchFamily="2" charset="0"/>
                <a:cs typeface="ADLaM Display" panose="02010000000000000000" pitchFamily="2" charset="0"/>
              </a:rPr>
              <a:t>V</a:t>
            </a:r>
            <a:endParaRPr lang="zh-TW" altLang="en-US" dirty="0">
              <a:solidFill>
                <a:schemeClr val="accent3">
                  <a:lumMod val="75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300500669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圖片 16">
            <a:extLst>
              <a:ext uri="{FF2B5EF4-FFF2-40B4-BE49-F238E27FC236}">
                <a16:creationId xmlns:a16="http://schemas.microsoft.com/office/drawing/2014/main" id="{DA873DEB-8EF1-D03C-A893-DA181A2AF90C}"/>
              </a:ext>
            </a:extLst>
          </p:cNvPr>
          <p:cNvPicPr>
            <a:picLocks noChangeAspect="1"/>
          </p:cNvPicPr>
          <p:nvPr/>
        </p:nvPicPr>
        <p:blipFill>
          <a:blip r:embed="rId2"/>
          <a:stretch>
            <a:fillRect/>
          </a:stretch>
        </p:blipFill>
        <p:spPr>
          <a:xfrm>
            <a:off x="851986" y="4022519"/>
            <a:ext cx="708323" cy="630617"/>
          </a:xfrm>
          <a:prstGeom prst="rect">
            <a:avLst/>
          </a:prstGeom>
        </p:spPr>
      </p:pic>
      <p:pic>
        <p:nvPicPr>
          <p:cNvPr id="8" name="圖片 7">
            <a:extLst>
              <a:ext uri="{FF2B5EF4-FFF2-40B4-BE49-F238E27FC236}">
                <a16:creationId xmlns:a16="http://schemas.microsoft.com/office/drawing/2014/main" id="{2765FB0B-B169-4129-2ACA-239130B0C4E2}"/>
              </a:ext>
            </a:extLst>
          </p:cNvPr>
          <p:cNvPicPr>
            <a:picLocks noChangeAspect="1"/>
          </p:cNvPicPr>
          <p:nvPr/>
        </p:nvPicPr>
        <p:blipFill>
          <a:blip r:embed="rId3"/>
          <a:stretch>
            <a:fillRect/>
          </a:stretch>
        </p:blipFill>
        <p:spPr>
          <a:xfrm>
            <a:off x="899592" y="116631"/>
            <a:ext cx="3456384" cy="1661615"/>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1700808"/>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1608613"/>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2259098"/>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644008" y="2581444"/>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3356992"/>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804374" y="258144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6012160" y="2917255"/>
            <a:ext cx="673879" cy="655761"/>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393305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a:t>
            </a:r>
            <a:r>
              <a:rPr lang="en-US" altLang="zh-TW" sz="1200" dirty="0" err="1">
                <a:solidFill>
                  <a:schemeClr val="tx1"/>
                </a:solidFill>
                <a:latin typeface="ADLaM Display" panose="02010000000000000000" pitchFamily="2" charset="0"/>
                <a:ea typeface="ADLaM Display" panose="02010000000000000000" pitchFamily="2" charset="0"/>
                <a:cs typeface="ADLaM Display" panose="02010000000000000000" pitchFamily="2" charset="0"/>
              </a:rPr>
              <a:t>MoE</a:t>
            </a:r>
            <a:endPar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27" name="直線單箭頭接點 26">
            <a:extLst>
              <a:ext uri="{FF2B5EF4-FFF2-40B4-BE49-F238E27FC236}">
                <a16:creationId xmlns:a16="http://schemas.microsoft.com/office/drawing/2014/main" id="{0CC5A7DD-41A0-7EEC-23DC-D93DBA4C6ABD}"/>
              </a:ext>
            </a:extLst>
          </p:cNvPr>
          <p:cNvCxnSpPr>
            <a:cxnSpLocks/>
            <a:endCxn id="30" idx="0"/>
          </p:cNvCxnSpPr>
          <p:nvPr/>
        </p:nvCxnSpPr>
        <p:spPr>
          <a:xfrm>
            <a:off x="3686775" y="4212694"/>
            <a:ext cx="15409" cy="95588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336424" y="4328061"/>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336424" y="4623322"/>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336424" y="5168575"/>
            <a:ext cx="731519"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328805" y="4040029"/>
            <a:ext cx="731520" cy="172665"/>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cxnSp>
        <p:nvCxnSpPr>
          <p:cNvPr id="33" name="直線單箭頭接點 32">
            <a:extLst>
              <a:ext uri="{FF2B5EF4-FFF2-40B4-BE49-F238E27FC236}">
                <a16:creationId xmlns:a16="http://schemas.microsoft.com/office/drawing/2014/main" id="{618BFC6C-263A-5C9E-AE66-E90562B0DA8A}"/>
              </a:ext>
            </a:extLst>
          </p:cNvPr>
          <p:cNvCxnSpPr>
            <a:cxnSpLocks/>
            <a:stCxn id="34" idx="2"/>
            <a:endCxn id="36" idx="0"/>
          </p:cNvCxnSpPr>
          <p:nvPr/>
        </p:nvCxnSpPr>
        <p:spPr>
          <a:xfrm flipH="1">
            <a:off x="6961559" y="4062290"/>
            <a:ext cx="2" cy="31865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6" name="矩形 35">
            <a:extLst>
              <a:ext uri="{FF2B5EF4-FFF2-40B4-BE49-F238E27FC236}">
                <a16:creationId xmlns:a16="http://schemas.microsoft.com/office/drawing/2014/main" id="{E7568AED-D187-BF2E-B093-C9BD3DBBAEDD}"/>
              </a:ext>
            </a:extLst>
          </p:cNvPr>
          <p:cNvSpPr/>
          <p:nvPr/>
        </p:nvSpPr>
        <p:spPr>
          <a:xfrm>
            <a:off x="6746166" y="4380941"/>
            <a:ext cx="430785"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mHC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38" name="矩形 37">
            <a:extLst>
              <a:ext uri="{FF2B5EF4-FFF2-40B4-BE49-F238E27FC236}">
                <a16:creationId xmlns:a16="http://schemas.microsoft.com/office/drawing/2014/main" id="{C3BBF09B-E535-6D8F-9D33-2BF80A6AE597}"/>
              </a:ext>
            </a:extLst>
          </p:cNvPr>
          <p:cNvSpPr/>
          <p:nvPr/>
        </p:nvSpPr>
        <p:spPr>
          <a:xfrm>
            <a:off x="674616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AttnRes</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a:off x="1206149" y="4718440"/>
            <a:ext cx="15238" cy="582768"/>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51987"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67225" y="530120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783628" y="4208753"/>
            <a:ext cx="0"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417868" y="4323869"/>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417868" y="4619130"/>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417868" y="4880543"/>
            <a:ext cx="731520"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417868" y="4035837"/>
            <a:ext cx="731520"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417868" y="5195194"/>
            <a:ext cx="731520"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 name="矩形 3">
            <a:extLst>
              <a:ext uri="{FF2B5EF4-FFF2-40B4-BE49-F238E27FC236}">
                <a16:creationId xmlns:a16="http://schemas.microsoft.com/office/drawing/2014/main" id="{0AF6AAD9-A49B-4E37-921F-F55608D4D506}"/>
              </a:ext>
            </a:extLst>
          </p:cNvPr>
          <p:cNvSpPr/>
          <p:nvPr/>
        </p:nvSpPr>
        <p:spPr>
          <a:xfrm>
            <a:off x="5289577" y="5806037"/>
            <a:ext cx="407112" cy="361918"/>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Diffusion</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pic>
        <p:nvPicPr>
          <p:cNvPr id="13" name="圖片 12">
            <a:extLst>
              <a:ext uri="{FF2B5EF4-FFF2-40B4-BE49-F238E27FC236}">
                <a16:creationId xmlns:a16="http://schemas.microsoft.com/office/drawing/2014/main" id="{ECDE642D-68D6-0AEB-A994-C8203492E086}"/>
              </a:ext>
            </a:extLst>
          </p:cNvPr>
          <p:cNvPicPr>
            <a:picLocks noChangeAspect="1"/>
          </p:cNvPicPr>
          <p:nvPr/>
        </p:nvPicPr>
        <p:blipFill>
          <a:blip r:embed="rId4"/>
          <a:stretch>
            <a:fillRect/>
          </a:stretch>
        </p:blipFill>
        <p:spPr>
          <a:xfrm>
            <a:off x="990092" y="5486828"/>
            <a:ext cx="462587" cy="605198"/>
          </a:xfrm>
          <a:prstGeom prst="rect">
            <a:avLst/>
          </a:prstGeom>
        </p:spPr>
      </p:pic>
      <p:sp>
        <p:nvSpPr>
          <p:cNvPr id="34" name="矩形 33">
            <a:extLst>
              <a:ext uri="{FF2B5EF4-FFF2-40B4-BE49-F238E27FC236}">
                <a16:creationId xmlns:a16="http://schemas.microsoft.com/office/drawing/2014/main" id="{925A013C-BF7E-1854-1013-89582555D429}"/>
              </a:ext>
            </a:extLst>
          </p:cNvPr>
          <p:cNvSpPr/>
          <p:nvPr/>
        </p:nvSpPr>
        <p:spPr>
          <a:xfrm>
            <a:off x="6746169" y="3820714"/>
            <a:ext cx="430784" cy="24157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21" name="橢圓 20">
            <a:extLst>
              <a:ext uri="{FF2B5EF4-FFF2-40B4-BE49-F238E27FC236}">
                <a16:creationId xmlns:a16="http://schemas.microsoft.com/office/drawing/2014/main" id="{2F0DFBC6-3A66-B6F7-00EF-312D32966A21}"/>
              </a:ext>
            </a:extLst>
          </p:cNvPr>
          <p:cNvSpPr/>
          <p:nvPr/>
        </p:nvSpPr>
        <p:spPr>
          <a:xfrm>
            <a:off x="6150790" y="3369607"/>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Dense</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Net</a:t>
            </a:r>
          </a:p>
        </p:txBody>
      </p:sp>
      <p:sp>
        <p:nvSpPr>
          <p:cNvPr id="40" name="橢圓 39">
            <a:extLst>
              <a:ext uri="{FF2B5EF4-FFF2-40B4-BE49-F238E27FC236}">
                <a16:creationId xmlns:a16="http://schemas.microsoft.com/office/drawing/2014/main" id="{C26C33D0-E4B4-743E-50E7-154C9AAEFFEE}"/>
              </a:ext>
            </a:extLst>
          </p:cNvPr>
          <p:cNvSpPr/>
          <p:nvPr/>
        </p:nvSpPr>
        <p:spPr>
          <a:xfrm>
            <a:off x="6169886" y="3717032"/>
            <a:ext cx="430784" cy="419433"/>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MUDD</a:t>
            </a:r>
          </a:p>
          <a:p>
            <a:pPr algn="ctr">
              <a:lnSpc>
                <a:spcPts val="1200"/>
              </a:lnSpc>
            </a:pP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Former</a:t>
            </a:r>
          </a:p>
        </p:txBody>
      </p:sp>
      <p:sp>
        <p:nvSpPr>
          <p:cNvPr id="6" name="橢圓 5">
            <a:extLst>
              <a:ext uri="{FF2B5EF4-FFF2-40B4-BE49-F238E27FC236}">
                <a16:creationId xmlns:a16="http://schemas.microsoft.com/office/drawing/2014/main" id="{4ADFAB3B-2371-AE71-7C9C-93FF7B4E358E}"/>
              </a:ext>
            </a:extLst>
          </p:cNvPr>
          <p:cNvSpPr/>
          <p:nvPr/>
        </p:nvSpPr>
        <p:spPr>
          <a:xfrm>
            <a:off x="4932040" y="2104206"/>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LSA</a:t>
            </a:r>
          </a:p>
        </p:txBody>
      </p:sp>
      <p:sp>
        <p:nvSpPr>
          <p:cNvPr id="11" name="橢圓 10">
            <a:extLst>
              <a:ext uri="{FF2B5EF4-FFF2-40B4-BE49-F238E27FC236}">
                <a16:creationId xmlns:a16="http://schemas.microsoft.com/office/drawing/2014/main" id="{5808B52B-D2E3-7FA8-BB8C-7A2EA8293243}"/>
              </a:ext>
            </a:extLst>
          </p:cNvPr>
          <p:cNvSpPr/>
          <p:nvPr/>
        </p:nvSpPr>
        <p:spPr>
          <a:xfrm>
            <a:off x="5694223" y="21126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LeNet</a:t>
            </a:r>
          </a:p>
        </p:txBody>
      </p:sp>
      <p:sp>
        <p:nvSpPr>
          <p:cNvPr id="18" name="橢圓 17">
            <a:extLst>
              <a:ext uri="{FF2B5EF4-FFF2-40B4-BE49-F238E27FC236}">
                <a16:creationId xmlns:a16="http://schemas.microsoft.com/office/drawing/2014/main" id="{4740E3ED-7716-EAD6-4846-308CD05C1798}"/>
              </a:ext>
            </a:extLst>
          </p:cNvPr>
          <p:cNvSpPr/>
          <p:nvPr/>
        </p:nvSpPr>
        <p:spPr>
          <a:xfrm>
            <a:off x="5328626" y="5307624"/>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Gemma</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3" name="橢圓 22">
            <a:extLst>
              <a:ext uri="{FF2B5EF4-FFF2-40B4-BE49-F238E27FC236}">
                <a16:creationId xmlns:a16="http://schemas.microsoft.com/office/drawing/2014/main" id="{6E1686BF-BA47-45A6-230A-0A77C2804C64}"/>
              </a:ext>
            </a:extLst>
          </p:cNvPr>
          <p:cNvSpPr/>
          <p:nvPr/>
        </p:nvSpPr>
        <p:spPr>
          <a:xfrm>
            <a:off x="6085756" y="5320605"/>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DeepSeek</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4</a:t>
            </a:r>
          </a:p>
        </p:txBody>
      </p:sp>
      <p:sp>
        <p:nvSpPr>
          <p:cNvPr id="26" name="橢圓 25">
            <a:extLst>
              <a:ext uri="{FF2B5EF4-FFF2-40B4-BE49-F238E27FC236}">
                <a16:creationId xmlns:a16="http://schemas.microsoft.com/office/drawing/2014/main" id="{34720148-A5D6-90D3-A8D9-AD7D552A0552}"/>
              </a:ext>
            </a:extLst>
          </p:cNvPr>
          <p:cNvSpPr/>
          <p:nvPr/>
        </p:nvSpPr>
        <p:spPr>
          <a:xfrm>
            <a:off x="6812486" y="5309307"/>
            <a:ext cx="495818" cy="447885"/>
          </a:xfrm>
          <a:prstGeom prst="ellipse">
            <a:avLst/>
          </a:prstGeom>
          <a:solidFill>
            <a:schemeClr val="accent1">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Kimi</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k3</a:t>
            </a:r>
          </a:p>
        </p:txBody>
      </p:sp>
      <p:sp>
        <p:nvSpPr>
          <p:cNvPr id="52" name="矩形 51">
            <a:extLst>
              <a:ext uri="{FF2B5EF4-FFF2-40B4-BE49-F238E27FC236}">
                <a16:creationId xmlns:a16="http://schemas.microsoft.com/office/drawing/2014/main" id="{4609C4BF-B1FF-333B-73AC-273E88619C09}"/>
              </a:ext>
            </a:extLst>
          </p:cNvPr>
          <p:cNvSpPr/>
          <p:nvPr/>
        </p:nvSpPr>
        <p:spPr>
          <a:xfrm>
            <a:off x="6019436" y="5803090"/>
            <a:ext cx="628458" cy="361919"/>
          </a:xfrm>
          <a:prstGeom prst="rect">
            <a:avLst/>
          </a:prstGeom>
          <a:solidFill>
            <a:schemeClr val="accent1">
              <a:lumMod val="20000"/>
              <a:lumOff val="80000"/>
              <a:alpha val="90000"/>
            </a:schemeClr>
          </a:solidFill>
          <a:ln w="3175">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Hybrid</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7" name="矩形 56">
            <a:extLst>
              <a:ext uri="{FF2B5EF4-FFF2-40B4-BE49-F238E27FC236}">
                <a16:creationId xmlns:a16="http://schemas.microsoft.com/office/drawing/2014/main" id="{66E621F8-672B-F270-FE57-8799408045B4}"/>
              </a:ext>
            </a:extLst>
          </p:cNvPr>
          <p:cNvSpPr/>
          <p:nvPr/>
        </p:nvSpPr>
        <p:spPr>
          <a:xfrm>
            <a:off x="4239571" y="5168575"/>
            <a:ext cx="628458" cy="336368"/>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MTP</a:t>
            </a:r>
          </a:p>
        </p:txBody>
      </p:sp>
      <p:sp>
        <p:nvSpPr>
          <p:cNvPr id="65" name="橢圓 64">
            <a:extLst>
              <a:ext uri="{FF2B5EF4-FFF2-40B4-BE49-F238E27FC236}">
                <a16:creationId xmlns:a16="http://schemas.microsoft.com/office/drawing/2014/main" id="{AF2ADE06-0373-BCFA-7358-2B78588727A0}"/>
              </a:ext>
            </a:extLst>
          </p:cNvPr>
          <p:cNvSpPr/>
          <p:nvPr/>
        </p:nvSpPr>
        <p:spPr>
          <a:xfrm>
            <a:off x="4292206" y="285293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Encoder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Decoder</a:t>
            </a:r>
          </a:p>
        </p:txBody>
      </p:sp>
      <p:sp>
        <p:nvSpPr>
          <p:cNvPr id="14" name="橢圓 13">
            <a:extLst>
              <a:ext uri="{FF2B5EF4-FFF2-40B4-BE49-F238E27FC236}">
                <a16:creationId xmlns:a16="http://schemas.microsoft.com/office/drawing/2014/main" id="{004290F5-281E-93FC-60A1-A2E3666349C4}"/>
              </a:ext>
            </a:extLst>
          </p:cNvPr>
          <p:cNvSpPr/>
          <p:nvPr/>
        </p:nvSpPr>
        <p:spPr>
          <a:xfrm>
            <a:off x="3860158" y="334115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5039259"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pSp>
        <p:nvGrpSpPr>
          <p:cNvPr id="18" name="群組 17">
            <a:extLst>
              <a:ext uri="{FF2B5EF4-FFF2-40B4-BE49-F238E27FC236}">
                <a16:creationId xmlns:a16="http://schemas.microsoft.com/office/drawing/2014/main" id="{D1A64FBD-34BC-3434-2AE0-EFE31D2BB5D1}"/>
              </a:ext>
            </a:extLst>
          </p:cNvPr>
          <p:cNvGrpSpPr/>
          <p:nvPr/>
        </p:nvGrpSpPr>
        <p:grpSpPr>
          <a:xfrm>
            <a:off x="6941351" y="2185041"/>
            <a:ext cx="1518309" cy="1602114"/>
            <a:chOff x="6941351" y="2185041"/>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6941351" y="2185041"/>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7468307" y="2992077"/>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7190744" y="2534480"/>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7155607" y="2447675"/>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7037162" y="2447676"/>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7003558" y="2560666"/>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7994359" y="3072266"/>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7613349" y="3431566"/>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7035920" y="3215542"/>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7112132" y="2604414"/>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7737105" y="2629374"/>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7051013" y="2711486"/>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cxnSp>
          <p:nvCxnSpPr>
            <p:cNvPr id="15" name="直線接點 14">
              <a:extLst>
                <a:ext uri="{FF2B5EF4-FFF2-40B4-BE49-F238E27FC236}">
                  <a16:creationId xmlns:a16="http://schemas.microsoft.com/office/drawing/2014/main" id="{7D0B9D13-204D-64C6-3E6F-BD902E09E360}"/>
                </a:ext>
              </a:extLst>
            </p:cNvPr>
            <p:cNvCxnSpPr>
              <a:cxnSpLocks/>
            </p:cNvCxnSpPr>
            <p:nvPr/>
          </p:nvCxnSpPr>
          <p:spPr>
            <a:xfrm flipV="1">
              <a:off x="7550455" y="2682793"/>
              <a:ext cx="86503" cy="168982"/>
            </a:xfrm>
            <a:prstGeom prst="line">
              <a:avLst/>
            </a:prstGeom>
            <a:ln w="254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211960"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11343093"/>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470728">
                  <a:extLst>
                    <a:ext uri="{9D8B030D-6E8A-4147-A177-3AD203B41FA5}">
                      <a16:colId xmlns:a16="http://schemas.microsoft.com/office/drawing/2014/main" val="2211145501"/>
                    </a:ext>
                  </a:extLst>
                </a:gridCol>
                <a:gridCol w="504056">
                  <a:extLst>
                    <a:ext uri="{9D8B030D-6E8A-4147-A177-3AD203B41FA5}">
                      <a16:colId xmlns:a16="http://schemas.microsoft.com/office/drawing/2014/main" val="2862358741"/>
                    </a:ext>
                  </a:extLst>
                </a:gridCol>
                <a:gridCol w="792088">
                  <a:extLst>
                    <a:ext uri="{9D8B030D-6E8A-4147-A177-3AD203B41FA5}">
                      <a16:colId xmlns:a16="http://schemas.microsoft.com/office/drawing/2014/main" val="767948712"/>
                    </a:ext>
                  </a:extLst>
                </a:gridCol>
                <a:gridCol w="864096">
                  <a:extLst>
                    <a:ext uri="{9D8B030D-6E8A-4147-A177-3AD203B41FA5}">
                      <a16:colId xmlns:a16="http://schemas.microsoft.com/office/drawing/2014/main" val="3328686525"/>
                    </a:ext>
                  </a:extLst>
                </a:gridCol>
                <a:gridCol w="1012584">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 </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3">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PLE</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cxnSp>
        <p:nvCxnSpPr>
          <p:cNvPr id="6" name="直線單箭頭接點 5">
            <a:extLst>
              <a:ext uri="{FF2B5EF4-FFF2-40B4-BE49-F238E27FC236}">
                <a16:creationId xmlns:a16="http://schemas.microsoft.com/office/drawing/2014/main" id="{E83232AB-EF71-5805-B4E7-2C0A4A6434BA}"/>
              </a:ext>
            </a:extLst>
          </p:cNvPr>
          <p:cNvCxnSpPr/>
          <p:nvPr/>
        </p:nvCxnSpPr>
        <p:spPr>
          <a:xfrm flipV="1">
            <a:off x="6444208" y="3001486"/>
            <a:ext cx="0" cy="1014438"/>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7" name="直線單箭頭接點 6">
            <a:extLst>
              <a:ext uri="{FF2B5EF4-FFF2-40B4-BE49-F238E27FC236}">
                <a16:creationId xmlns:a16="http://schemas.microsoft.com/office/drawing/2014/main" id="{A09F545F-CCDC-9A94-7C27-90D107FCBDEA}"/>
              </a:ext>
            </a:extLst>
          </p:cNvPr>
          <p:cNvCxnSpPr>
            <a:cxnSpLocks/>
          </p:cNvCxnSpPr>
          <p:nvPr/>
        </p:nvCxnSpPr>
        <p:spPr>
          <a:xfrm>
            <a:off x="6300192" y="3874874"/>
            <a:ext cx="1802876" cy="0"/>
          </a:xfrm>
          <a:prstGeom prst="straightConnector1">
            <a:avLst/>
          </a:prstGeom>
          <a:ln w="25400">
            <a:solidFill>
              <a:schemeClr val="accent1">
                <a:lumMod val="75000"/>
              </a:schemeClr>
            </a:solidFill>
            <a:tailEnd type="triangle" w="med" len="med"/>
          </a:ln>
        </p:spPr>
        <p:style>
          <a:lnRef idx="1">
            <a:schemeClr val="accent1"/>
          </a:lnRef>
          <a:fillRef idx="0">
            <a:schemeClr val="accent1"/>
          </a:fillRef>
          <a:effectRef idx="0">
            <a:schemeClr val="accent1"/>
          </a:effectRef>
          <a:fontRef idx="minor">
            <a:schemeClr val="tx1"/>
          </a:fontRef>
        </p:style>
      </p:cxnSp>
      <p:sp>
        <p:nvSpPr>
          <p:cNvPr id="12" name="矩形 11">
            <a:extLst>
              <a:ext uri="{FF2B5EF4-FFF2-40B4-BE49-F238E27FC236}">
                <a16:creationId xmlns:a16="http://schemas.microsoft.com/office/drawing/2014/main" id="{C63BE8D8-4135-439D-5EB5-55B4B5F8C0EF}"/>
              </a:ext>
            </a:extLst>
          </p:cNvPr>
          <p:cNvSpPr/>
          <p:nvPr/>
        </p:nvSpPr>
        <p:spPr>
          <a:xfrm>
            <a:off x="7236296"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12B/31B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16" name="矩形 15">
            <a:extLst>
              <a:ext uri="{FF2B5EF4-FFF2-40B4-BE49-F238E27FC236}">
                <a16:creationId xmlns:a16="http://schemas.microsoft.com/office/drawing/2014/main" id="{2D8D102A-4F1F-B6D8-BF2F-3B84C45B054B}"/>
              </a:ext>
            </a:extLst>
          </p:cNvPr>
          <p:cNvSpPr/>
          <p:nvPr/>
        </p:nvSpPr>
        <p:spPr>
          <a:xfrm>
            <a:off x="7236296" y="3001486"/>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26B</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 name="矩形 1">
            <a:extLst>
              <a:ext uri="{FF2B5EF4-FFF2-40B4-BE49-F238E27FC236}">
                <a16:creationId xmlns:a16="http://schemas.microsoft.com/office/drawing/2014/main" id="{54A1F837-0522-FF48-3D64-19DE2061B5D2}"/>
              </a:ext>
            </a:extLst>
          </p:cNvPr>
          <p:cNvSpPr/>
          <p:nvPr/>
        </p:nvSpPr>
        <p:spPr>
          <a:xfrm>
            <a:off x="6577938" y="3433534"/>
            <a:ext cx="586350" cy="360040"/>
          </a:xfrm>
          <a:prstGeom prst="rect">
            <a:avLst/>
          </a:prstGeom>
          <a:solidFill>
            <a:schemeClr val="accent1">
              <a:lumMod val="20000"/>
              <a:lumOff val="8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E2B/E4B</a:t>
            </a:r>
            <a:b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(PLE)</a:t>
            </a:r>
            <a:endParaRPr lang="zh-TW" altLang="en-US" sz="1000" dirty="0">
              <a:solidFill>
                <a:schemeClr val="tx1"/>
              </a:solidFill>
              <a:latin typeface="ADLaM Display" panose="02010000000000000000" pitchFamily="2" charset="0"/>
              <a:cs typeface="ADLaM Display" panose="02010000000000000000" pitchFamily="2" charset="0"/>
            </a:endParaRPr>
          </a:p>
        </p:txBody>
      </p:sp>
      <p:sp>
        <p:nvSpPr>
          <p:cNvPr id="22" name="文字方塊 21">
            <a:extLst>
              <a:ext uri="{FF2B5EF4-FFF2-40B4-BE49-F238E27FC236}">
                <a16:creationId xmlns:a16="http://schemas.microsoft.com/office/drawing/2014/main" id="{917B13D3-A367-F8F6-FA15-10F9386ED196}"/>
              </a:ext>
            </a:extLst>
          </p:cNvPr>
          <p:cNvSpPr txBox="1"/>
          <p:nvPr/>
        </p:nvSpPr>
        <p:spPr>
          <a:xfrm>
            <a:off x="6015746" y="3140966"/>
            <a:ext cx="428462" cy="216026"/>
          </a:xfrm>
          <a:prstGeom prst="rect">
            <a:avLst/>
          </a:prstGeom>
          <a:noFill/>
        </p:spPr>
        <p:txBody>
          <a:bodyPr wrap="none" lIns="0" tIns="0" rIns="0" bIns="0" anchor="ctr" anchorCtr="1">
            <a:noAutofit/>
          </a:bodyPr>
          <a:lstStyle/>
          <a:p>
            <a:r>
              <a:rPr lang="en-US" altLang="zh-TW" sz="1200" dirty="0" err="1">
                <a:solidFill>
                  <a:prstClr val="black"/>
                </a:solidFill>
                <a:ea typeface="Cambria Math" panose="02040503050406030204" pitchFamily="18" charset="0"/>
              </a:rPr>
              <a:t>MoE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2EB118FD-3B34-D0E5-0D42-FC482A8235EB}"/>
              </a:ext>
            </a:extLst>
          </p:cNvPr>
          <p:cNvSpPr txBox="1"/>
          <p:nvPr/>
        </p:nvSpPr>
        <p:spPr>
          <a:xfrm>
            <a:off x="6015745" y="3501008"/>
            <a:ext cx="428463"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Dense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2" name="文字方塊 31">
            <a:extLst>
              <a:ext uri="{FF2B5EF4-FFF2-40B4-BE49-F238E27FC236}">
                <a16:creationId xmlns:a16="http://schemas.microsoft.com/office/drawing/2014/main" id="{87CF4B06-56F9-5DD9-59CB-1BB5213F5BFF}"/>
              </a:ext>
            </a:extLst>
          </p:cNvPr>
          <p:cNvSpPr txBox="1"/>
          <p:nvPr/>
        </p:nvSpPr>
        <p:spPr>
          <a:xfrm>
            <a:off x="1763688" y="6392361"/>
            <a:ext cx="48744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MTP</a:t>
            </a:r>
            <a:endParaRPr kumimoji="0" lang="zh-TW" altLang="en-US" sz="1200" b="1" i="0" u="none" strike="noStrike" kern="1200" cap="none" spc="0" normalizeH="0" baseline="0" noProof="0" dirty="0">
              <a:ln w="0"/>
              <a:solidFill>
                <a:schemeClr val="accent6">
                  <a:lumMod val="75000"/>
                </a:schemeClr>
              </a:solidFill>
              <a:effectLst/>
              <a:uLnTx/>
              <a:uFillTx/>
              <a:latin typeface="+mn-lt"/>
              <a:ea typeface="+mn-ea"/>
              <a:cs typeface="+mn-cs"/>
            </a:endParaRPr>
          </a:p>
        </p:txBody>
      </p:sp>
      <p:sp>
        <p:nvSpPr>
          <p:cNvPr id="34" name="矩形: 圓角 33">
            <a:extLst>
              <a:ext uri="{FF2B5EF4-FFF2-40B4-BE49-F238E27FC236}">
                <a16:creationId xmlns:a16="http://schemas.microsoft.com/office/drawing/2014/main" id="{D5090950-DAC8-7293-F5BD-57F1E83032F8}"/>
              </a:ext>
            </a:extLst>
          </p:cNvPr>
          <p:cNvSpPr/>
          <p:nvPr/>
        </p:nvSpPr>
        <p:spPr>
          <a:xfrm>
            <a:off x="1780299" y="4725144"/>
            <a:ext cx="487445" cy="1675772"/>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sp>
        <p:nvSpPr>
          <p:cNvPr id="61" name="矩形: 圓角 60">
            <a:extLst>
              <a:ext uri="{FF2B5EF4-FFF2-40B4-BE49-F238E27FC236}">
                <a16:creationId xmlns:a16="http://schemas.microsoft.com/office/drawing/2014/main" id="{5A88E48D-B52B-E48D-6640-1A585B7A6A98}"/>
              </a:ext>
            </a:extLst>
          </p:cNvPr>
          <p:cNvSpPr/>
          <p:nvPr/>
        </p:nvSpPr>
        <p:spPr>
          <a:xfrm>
            <a:off x="3861813" y="3778494"/>
            <a:ext cx="2688241" cy="864096"/>
          </a:xfrm>
          <a:prstGeom prst="roundRect">
            <a:avLst>
              <a:gd name="adj" fmla="val 10053"/>
            </a:avLst>
          </a:prstGeom>
          <a:solidFill>
            <a:schemeClr val="bg1">
              <a:lumMod val="95000"/>
              <a:alpha val="40000"/>
            </a:scheme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731520" tIns="0" rIns="0" bIns="0" rtlCol="0" anchor="ctr"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p>
          <a:p>
            <a:pPr algn="ctr"/>
            <a:r>
              <a:rPr lang="en-US" altLang="zh-TW" sz="1000" dirty="0">
                <a:solidFill>
                  <a:schemeClr val="tx1"/>
                </a:solidFill>
                <a:cs typeface="ADLaM Display" panose="02010000000000000000" pitchFamily="2" charset="0"/>
              </a:rPr>
              <a:t>(30~60 Layers)</a:t>
            </a:r>
            <a:endParaRPr lang="zh-TW" altLang="en-US" sz="1000" dirty="0">
              <a:solidFill>
                <a:schemeClr val="tx1"/>
              </a:solidFill>
              <a:cs typeface="ADLaM Display" panose="02010000000000000000" pitchFamily="2" charset="0"/>
            </a:endParaRPr>
          </a:p>
        </p:txBody>
      </p:sp>
      <p:sp>
        <p:nvSpPr>
          <p:cNvPr id="39" name="文字方塊 38">
            <a:extLst>
              <a:ext uri="{FF2B5EF4-FFF2-40B4-BE49-F238E27FC236}">
                <a16:creationId xmlns:a16="http://schemas.microsoft.com/office/drawing/2014/main" id="{568739E1-C768-17E6-92CB-79EEA4DE438C}"/>
              </a:ext>
            </a:extLst>
          </p:cNvPr>
          <p:cNvSpPr txBox="1"/>
          <p:nvPr/>
        </p:nvSpPr>
        <p:spPr>
          <a:xfrm>
            <a:off x="179510" y="5889466"/>
            <a:ext cx="878497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solidFill>
                  <a:schemeClr val="tx1">
                    <a:lumMod val="50000"/>
                    <a:lumOff val="50000"/>
                  </a:schemeClr>
                </a:solidFill>
                <a:effectLst/>
              </a:rPr>
              <a:t>Next</a:t>
            </a:r>
          </a:p>
          <a:p>
            <a:pPr marL="285750" indent="-285750">
              <a:lnSpc>
                <a:spcPts val="1800"/>
              </a:lnSpc>
              <a:spcBef>
                <a:spcPts val="600"/>
              </a:spcBef>
              <a:spcAft>
                <a:spcPts val="600"/>
              </a:spcAft>
              <a:buFont typeface="Wingdings" panose="05000000000000000000" pitchFamily="2" charset="2"/>
              <a:buChar char="Ø"/>
            </a:pPr>
            <a:r>
              <a:rPr lang="en-US" altLang="zh-TW" sz="1600" b="1" dirty="0">
                <a:solidFill>
                  <a:schemeClr val="tx1">
                    <a:lumMod val="50000"/>
                    <a:lumOff val="50000"/>
                  </a:schemeClr>
                </a:solidFill>
              </a:rPr>
              <a:t>Gemma 4 + Gemini Diffusion</a:t>
            </a:r>
            <a:r>
              <a:rPr lang="en-US" altLang="zh-TW" sz="1600" dirty="0">
                <a:solidFill>
                  <a:schemeClr val="tx1">
                    <a:lumMod val="50000"/>
                    <a:lumOff val="50000"/>
                  </a:schemeClr>
                </a:solidFill>
              </a:rPr>
              <a:t>: Generate sequentially  </a:t>
            </a:r>
            <a:r>
              <a:rPr lang="en-US" altLang="zh-TW" sz="1600" dirty="0">
                <a:solidFill>
                  <a:schemeClr val="tx1">
                    <a:lumMod val="50000"/>
                    <a:lumOff val="50000"/>
                  </a:schemeClr>
                </a:solidFill>
                <a:sym typeface="Wingdings" panose="05000000000000000000" pitchFamily="2" charset="2"/>
              </a:rPr>
              <a:t>   </a:t>
            </a:r>
            <a:r>
              <a:rPr lang="en-US" altLang="zh-TW" sz="1600" dirty="0">
                <a:solidFill>
                  <a:schemeClr val="tx1">
                    <a:lumMod val="50000"/>
                    <a:lumOff val="50000"/>
                  </a:schemeClr>
                </a:solidFill>
              </a:rPr>
              <a:t>Parallel block refinement. </a:t>
            </a:r>
          </a:p>
        </p:txBody>
      </p:sp>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MTP breaks the single-token autoregressive limit.</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784976"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Traditional LM</a:t>
            </a:r>
            <a:r>
              <a:rPr lang="en-US" altLang="zh-TW" sz="1600" dirty="0"/>
              <a:t>: Massive initial prefill phase,  single-token autoregressive decoding.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MTP</a:t>
            </a:r>
            <a:r>
              <a:rPr lang="en-US" altLang="zh-TW" sz="1600" dirty="0"/>
              <a:t>: Shared KV-cache, tree attention, processes 12 tokens per layer, parallel verification.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Benefit: </a:t>
            </a:r>
            <a:r>
              <a:rPr lang="en-US" altLang="zh-TW" sz="1600" dirty="0"/>
              <a:t>Zero-prefill latency for all subsequent candidate tokens.</a:t>
            </a:r>
          </a:p>
        </p:txBody>
      </p:sp>
      <p:sp>
        <p:nvSpPr>
          <p:cNvPr id="45" name="矩形: 圓角 44">
            <a:extLst>
              <a:ext uri="{FF2B5EF4-FFF2-40B4-BE49-F238E27FC236}">
                <a16:creationId xmlns:a16="http://schemas.microsoft.com/office/drawing/2014/main" id="{C47303AB-CC78-3E3D-AA29-57163C0B7720}"/>
              </a:ext>
            </a:extLst>
          </p:cNvPr>
          <p:cNvSpPr/>
          <p:nvPr/>
        </p:nvSpPr>
        <p:spPr>
          <a:xfrm>
            <a:off x="1403648" y="3942534"/>
            <a:ext cx="504056"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000" dirty="0">
                <a:solidFill>
                  <a:schemeClr val="tx1"/>
                </a:solidFill>
                <a:latin typeface="ADLaM Display" panose="02010000000000000000" pitchFamily="2" charset="0"/>
                <a:cs typeface="ADLaM Display" panose="02010000000000000000" pitchFamily="2" charset="0"/>
              </a:rPr>
              <a:t>Drafter</a:t>
            </a:r>
          </a:p>
          <a:p>
            <a:pPr algn="ctr"/>
            <a:r>
              <a:rPr lang="en-US" altLang="zh-TW" sz="1000" dirty="0">
                <a:solidFill>
                  <a:schemeClr val="tx1"/>
                </a:solidFill>
                <a:latin typeface="ADLaM Display" panose="02010000000000000000" pitchFamily="2" charset="0"/>
                <a:cs typeface="ADLaM Display" panose="02010000000000000000" pitchFamily="2" charset="0"/>
              </a:rPr>
              <a:t>Model</a:t>
            </a:r>
          </a:p>
          <a:p>
            <a:pPr algn="ctr"/>
            <a:r>
              <a:rPr lang="en-US" altLang="zh-TW" sz="800" dirty="0">
                <a:solidFill>
                  <a:schemeClr val="tx1"/>
                </a:solidFill>
                <a:latin typeface="ADLaM Display" panose="02010000000000000000" pitchFamily="2" charset="0"/>
                <a:cs typeface="ADLaM Display" panose="02010000000000000000" pitchFamily="2" charset="0"/>
              </a:rPr>
              <a:t>(4 Layers)</a:t>
            </a:r>
            <a:endParaRPr lang="zh-TW" altLang="en-US" sz="8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683568"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2271961" y="3793645"/>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763688" y="3145573"/>
            <a:ext cx="899391" cy="432048"/>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b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br>
            <a:r>
              <a:rPr lang="en-US" altLang="zh-TW" sz="1200" dirty="0">
                <a:solidFill>
                  <a:prstClr val="black"/>
                </a:solidFill>
                <a:ea typeface="Cambria Math" panose="02040503050406030204" pitchFamily="18" charset="0"/>
              </a:rPr>
              <a:t>(Tokens: n=4)</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矩形: 圓角 65">
            <a:extLst>
              <a:ext uri="{FF2B5EF4-FFF2-40B4-BE49-F238E27FC236}">
                <a16:creationId xmlns:a16="http://schemas.microsoft.com/office/drawing/2014/main" id="{62549C96-57A6-8E49-C72C-979C7315D3D7}"/>
              </a:ext>
            </a:extLst>
          </p:cNvPr>
          <p:cNvSpPr/>
          <p:nvPr/>
        </p:nvSpPr>
        <p:spPr>
          <a:xfrm>
            <a:off x="2267744" y="408308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2267744" y="4369709"/>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cxnSp>
        <p:nvCxnSpPr>
          <p:cNvPr id="76" name="接點: 肘形 75">
            <a:extLst>
              <a:ext uri="{FF2B5EF4-FFF2-40B4-BE49-F238E27FC236}">
                <a16:creationId xmlns:a16="http://schemas.microsoft.com/office/drawing/2014/main" id="{CBE0D687-6904-CD48-E1F7-D1BFA75F08C0}"/>
              </a:ext>
            </a:extLst>
          </p:cNvPr>
          <p:cNvCxnSpPr>
            <a:cxnSpLocks/>
            <a:stCxn id="45" idx="3"/>
            <a:endCxn id="51" idx="1"/>
          </p:cNvCxnSpPr>
          <p:nvPr/>
        </p:nvCxnSpPr>
        <p:spPr>
          <a:xfrm flipV="1">
            <a:off x="1907704" y="3901657"/>
            <a:ext cx="364257" cy="28732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907704" y="4188978"/>
            <a:ext cx="360040" cy="28874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cxnSpLocks/>
            <a:stCxn id="45" idx="3"/>
            <a:endCxn id="66" idx="1"/>
          </p:cNvCxnSpPr>
          <p:nvPr/>
        </p:nvCxnSpPr>
        <p:spPr>
          <a:xfrm>
            <a:off x="1907704" y="4188978"/>
            <a:ext cx="36004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6" name="文字方塊 85">
            <a:extLst>
              <a:ext uri="{FF2B5EF4-FFF2-40B4-BE49-F238E27FC236}">
                <a16:creationId xmlns:a16="http://schemas.microsoft.com/office/drawing/2014/main" id="{E9EE2942-ABD2-5BD4-E744-D02D15505AAD}"/>
              </a:ext>
            </a:extLst>
          </p:cNvPr>
          <p:cNvSpPr txBox="1"/>
          <p:nvPr/>
        </p:nvSpPr>
        <p:spPr>
          <a:xfrm>
            <a:off x="1265367" y="4555624"/>
            <a:ext cx="787214" cy="318141"/>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SWA + 1</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Full Attention</a:t>
            </a:r>
          </a:p>
        </p:txBody>
      </p:sp>
      <p:sp>
        <p:nvSpPr>
          <p:cNvPr id="58" name="文字方塊 57">
            <a:extLst>
              <a:ext uri="{FF2B5EF4-FFF2-40B4-BE49-F238E27FC236}">
                <a16:creationId xmlns:a16="http://schemas.microsoft.com/office/drawing/2014/main" id="{65BA10AA-33E3-ECA2-4515-138A0D1409A1}"/>
              </a:ext>
            </a:extLst>
          </p:cNvPr>
          <p:cNvSpPr txBox="1"/>
          <p:nvPr/>
        </p:nvSpPr>
        <p:spPr>
          <a:xfrm>
            <a:off x="6842021" y="5226923"/>
            <a:ext cx="685868" cy="212972"/>
          </a:xfrm>
          <a:prstGeom prst="rect">
            <a:avLst/>
          </a:prstGeom>
          <a:noFill/>
        </p:spPr>
        <p:txBody>
          <a:bodyPr wrap="none" lIns="0" tIns="0" rIns="0" bIns="0" anchor="t" anchorCtr="1">
            <a:noAutofit/>
          </a:bodyPr>
          <a:lstStyle/>
          <a:p>
            <a:r>
              <a:rPr lang="en-US" altLang="zh-TW" sz="1200" b="1" dirty="0">
                <a:solidFill>
                  <a:prstClr val="black"/>
                </a:solidFill>
                <a:ea typeface="Cambria Math" panose="02040503050406030204" pitchFamily="18" charset="0"/>
              </a:rPr>
              <a:t>Verify</a:t>
            </a:r>
            <a:endPar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4" name="矩形 63">
            <a:extLst>
              <a:ext uri="{FF2B5EF4-FFF2-40B4-BE49-F238E27FC236}">
                <a16:creationId xmlns:a16="http://schemas.microsoft.com/office/drawing/2014/main" id="{939139B8-4151-0F3D-2D0F-B01B422C961E}"/>
              </a:ext>
            </a:extLst>
          </p:cNvPr>
          <p:cNvSpPr/>
          <p:nvPr/>
        </p:nvSpPr>
        <p:spPr>
          <a:xfrm>
            <a:off x="7808029" y="399451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 name="矩形: 圓角 20">
            <a:extLst>
              <a:ext uri="{FF2B5EF4-FFF2-40B4-BE49-F238E27FC236}">
                <a16:creationId xmlns:a16="http://schemas.microsoft.com/office/drawing/2014/main" id="{E8F23508-73DC-B988-D769-DF53C8FA5F17}"/>
              </a:ext>
            </a:extLst>
          </p:cNvPr>
          <p:cNvSpPr/>
          <p:nvPr/>
        </p:nvSpPr>
        <p:spPr>
          <a:xfrm rot="5400000">
            <a:off x="6123692" y="4106049"/>
            <a:ext cx="864095" cy="208985"/>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Activation</a:t>
            </a:r>
          </a:p>
        </p:txBody>
      </p:sp>
      <p:sp>
        <p:nvSpPr>
          <p:cNvPr id="23" name="文字方塊 22">
            <a:extLst>
              <a:ext uri="{FF2B5EF4-FFF2-40B4-BE49-F238E27FC236}">
                <a16:creationId xmlns:a16="http://schemas.microsoft.com/office/drawing/2014/main" id="{8144EF48-152D-DBF5-EE06-EF908A7D871F}"/>
              </a:ext>
            </a:extLst>
          </p:cNvPr>
          <p:cNvSpPr txBox="1"/>
          <p:nvPr/>
        </p:nvSpPr>
        <p:spPr>
          <a:xfrm>
            <a:off x="2267744" y="4657741"/>
            <a:ext cx="787214" cy="143575"/>
          </a:xfrm>
          <a:prstGeom prst="rect">
            <a:avLst/>
          </a:prstGeom>
          <a:noFill/>
        </p:spPr>
        <p:txBody>
          <a:bodyPr wrap="none" lIns="0" tIns="0" rIns="0" bIns="0" anchor="ctr" anchorCtr="1">
            <a:noAutofit/>
          </a:bodyPr>
          <a:lstStyle/>
          <a:p>
            <a:pPr algn="ctr"/>
            <a:r>
              <a:rPr lang="en-US" altLang="zh-TW" sz="1000" dirty="0">
                <a:solidFill>
                  <a:prstClr val="black"/>
                </a:solidFill>
                <a:ea typeface="Cambria Math" panose="02040503050406030204" pitchFamily="18" charset="0"/>
              </a:rPr>
              <a:t>3 x 4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26" name="接點: 弧形 25">
            <a:extLst>
              <a:ext uri="{FF2B5EF4-FFF2-40B4-BE49-F238E27FC236}">
                <a16:creationId xmlns:a16="http://schemas.microsoft.com/office/drawing/2014/main" id="{FACABAC5-E7A6-DF00-3BE7-561EA59783EC}"/>
              </a:ext>
            </a:extLst>
          </p:cNvPr>
          <p:cNvCxnSpPr>
            <a:cxnSpLocks/>
            <a:stCxn id="17" idx="3"/>
            <a:endCxn id="64" idx="2"/>
          </p:cNvCxnSpPr>
          <p:nvPr/>
        </p:nvCxnSpPr>
        <p:spPr>
          <a:xfrm flipV="1">
            <a:off x="7691904" y="4387673"/>
            <a:ext cx="298311" cy="447284"/>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17" name="表格 16">
            <a:extLst>
              <a:ext uri="{FF2B5EF4-FFF2-40B4-BE49-F238E27FC236}">
                <a16:creationId xmlns:a16="http://schemas.microsoft.com/office/drawing/2014/main" id="{A1E2A3C6-DA7E-4478-D82B-99978EB4CDD2}"/>
              </a:ext>
            </a:extLst>
          </p:cNvPr>
          <p:cNvGraphicFramePr>
            <a:graphicFrameLocks noGrp="1"/>
          </p:cNvGraphicFramePr>
          <p:nvPr>
            <p:extLst>
              <p:ext uri="{D42A27DB-BD31-4B8C-83A1-F6EECF244321}">
                <p14:modId xmlns:p14="http://schemas.microsoft.com/office/powerpoint/2010/main" val="89489451"/>
              </p:ext>
            </p:extLst>
          </p:nvPr>
        </p:nvGraphicFramePr>
        <p:xfrm>
          <a:off x="6739612" y="4745597"/>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3</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9" name="表格 18">
            <a:extLst>
              <a:ext uri="{FF2B5EF4-FFF2-40B4-BE49-F238E27FC236}">
                <a16:creationId xmlns:a16="http://schemas.microsoft.com/office/drawing/2014/main" id="{63593A38-C228-9EF8-6497-272201A1E056}"/>
              </a:ext>
            </a:extLst>
          </p:cNvPr>
          <p:cNvGraphicFramePr>
            <a:graphicFrameLocks noGrp="1"/>
          </p:cNvGraphicFramePr>
          <p:nvPr>
            <p:extLst>
              <p:ext uri="{D42A27DB-BD31-4B8C-83A1-F6EECF244321}">
                <p14:modId xmlns:p14="http://schemas.microsoft.com/office/powerpoint/2010/main" val="2961520085"/>
              </p:ext>
            </p:extLst>
          </p:nvPr>
        </p:nvGraphicFramePr>
        <p:xfrm>
          <a:off x="6739612" y="497908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5" name="文字方塊 24">
            <a:extLst>
              <a:ext uri="{FF2B5EF4-FFF2-40B4-BE49-F238E27FC236}">
                <a16:creationId xmlns:a16="http://schemas.microsoft.com/office/drawing/2014/main" id="{5762A22A-16A3-448F-690C-5CF505056B40}"/>
              </a:ext>
            </a:extLst>
          </p:cNvPr>
          <p:cNvSpPr txBox="1"/>
          <p:nvPr/>
        </p:nvSpPr>
        <p:spPr>
          <a:xfrm>
            <a:off x="4922168" y="6340961"/>
            <a:ext cx="153888" cy="184666"/>
          </a:xfrm>
          <a:prstGeom prst="rect">
            <a:avLst/>
          </a:prstGeom>
          <a:noFill/>
        </p:spPr>
        <p:txBody>
          <a:bodyPr wrap="none" lIns="0" tIns="0" rIns="0" bIns="0" anchor="ctr" anchorCtr="1">
            <a:spAutoFit/>
          </a:bodyPr>
          <a:lstStyle/>
          <a:p>
            <a:r>
              <a:rPr kumimoji="0" lang="zh-TW"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a:t>
            </a:r>
            <a:endParaRPr lang="zh-TW" altLang="en-US" dirty="0">
              <a:latin typeface="Noto Sans HK" panose="020B0200000000000000" pitchFamily="34" charset="-120"/>
              <a:ea typeface="Noto Sans HK" panose="020B0200000000000000" pitchFamily="34" charset="-120"/>
            </a:endParaRPr>
          </a:p>
        </p:txBody>
      </p:sp>
      <p:sp>
        <p:nvSpPr>
          <p:cNvPr id="84" name="矩形 83">
            <a:extLst>
              <a:ext uri="{FF2B5EF4-FFF2-40B4-BE49-F238E27FC236}">
                <a16:creationId xmlns:a16="http://schemas.microsoft.com/office/drawing/2014/main" id="{8FBD71DA-F9C3-EF21-B37E-21EEC4D3134B}"/>
              </a:ext>
            </a:extLst>
          </p:cNvPr>
          <p:cNvSpPr/>
          <p:nvPr/>
        </p:nvSpPr>
        <p:spPr>
          <a:xfrm>
            <a:off x="7799279" y="4629293"/>
            <a:ext cx="508387" cy="178720"/>
          </a:xfrm>
          <a:prstGeom prst="rect">
            <a:avLst/>
          </a:prstGeom>
          <a:solidFill>
            <a:schemeClr val="bg1">
              <a:alpha val="80000"/>
            </a:schemeClr>
          </a:solidFill>
          <a:ln w="15875">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fontAlgn="ct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0 </a:t>
            </a:r>
            <a:r>
              <a:rPr lang="en-US" altLang="zh-TW" sz="1000" b="0" i="0" u="none" strike="noStrike" kern="1200" dirty="0">
                <a:solidFill>
                  <a:srgbClr val="000000"/>
                </a:solidFill>
                <a:effectLst/>
                <a:latin typeface="ADLaM Display" panose="02010000000000000000" pitchFamily="2" charset="0"/>
                <a:cs typeface="ADLaM Display" panose="02010000000000000000" pitchFamily="2" charset="0"/>
              </a:rPr>
              <a:t>T</a:t>
            </a:r>
            <a:r>
              <a:rPr lang="en-US" altLang="zh-TW" sz="1000" b="0" i="0" u="none" strike="noStrike" kern="1200" baseline="-25000" dirty="0">
                <a:solidFill>
                  <a:srgbClr val="000000"/>
                </a:solidFill>
                <a:effectLst/>
                <a:latin typeface="ADLaM Display" panose="02010000000000000000" pitchFamily="2" charset="0"/>
                <a:cs typeface="ADLaM Display" panose="02010000000000000000" pitchFamily="2" charset="0"/>
              </a:rPr>
              <a:t>1</a:t>
            </a:r>
            <a:r>
              <a:rPr lang="en-US" altLang="zh-TW" sz="1000" dirty="0">
                <a:solidFill>
                  <a:srgbClr val="000000"/>
                </a:solidFill>
                <a:latin typeface="ADLaM Display" panose="02010000000000000000" pitchFamily="2" charset="0"/>
                <a:cs typeface="ADLaM Display" panose="02010000000000000000" pitchFamily="2" charset="0"/>
              </a:rPr>
              <a:t> T</a:t>
            </a:r>
            <a:r>
              <a:rPr lang="en-US" altLang="zh-TW" sz="1000" baseline="-25000" dirty="0">
                <a:solidFill>
                  <a:srgbClr val="000000"/>
                </a:solidFill>
                <a:latin typeface="ADLaM Display" panose="02010000000000000000" pitchFamily="2" charset="0"/>
                <a:cs typeface="ADLaM Display" panose="02010000000000000000" pitchFamily="2" charset="0"/>
              </a:rPr>
              <a:t>2</a:t>
            </a:r>
            <a:endParaRPr lang="zh-TW" altLang="zh-TW" sz="1000" b="0" i="0" u="none" strike="noStrike" dirty="0">
              <a:effectLst/>
              <a:latin typeface="Arial" panose="020B0604020202020204" pitchFamily="34" charset="0"/>
            </a:endParaRPr>
          </a:p>
        </p:txBody>
      </p:sp>
      <p:pic>
        <p:nvPicPr>
          <p:cNvPr id="41" name="圖形 40" descr="藍圖 以實心填滿">
            <a:extLst>
              <a:ext uri="{FF2B5EF4-FFF2-40B4-BE49-F238E27FC236}">
                <a16:creationId xmlns:a16="http://schemas.microsoft.com/office/drawing/2014/main" id="{7F4C374F-FB80-D0C9-8C14-4847122ED87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40152" y="5877272"/>
            <a:ext cx="432048" cy="432048"/>
          </a:xfrm>
          <a:prstGeom prst="rect">
            <a:avLst/>
          </a:prstGeom>
        </p:spPr>
      </p:pic>
      <p:pic>
        <p:nvPicPr>
          <p:cNvPr id="43" name="圖形 42" descr="打字機 外框">
            <a:extLst>
              <a:ext uri="{FF2B5EF4-FFF2-40B4-BE49-F238E27FC236}">
                <a16:creationId xmlns:a16="http://schemas.microsoft.com/office/drawing/2014/main" id="{759A0C0C-3D22-0683-081A-8938568B01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79912" y="5889466"/>
            <a:ext cx="432048" cy="432048"/>
          </a:xfrm>
          <a:prstGeom prst="rect">
            <a:avLst/>
          </a:prstGeom>
        </p:spPr>
      </p:pic>
      <p:grpSp>
        <p:nvGrpSpPr>
          <p:cNvPr id="110" name="群組 109">
            <a:extLst>
              <a:ext uri="{FF2B5EF4-FFF2-40B4-BE49-F238E27FC236}">
                <a16:creationId xmlns:a16="http://schemas.microsoft.com/office/drawing/2014/main" id="{34DDE601-E518-E390-0FD1-A48CC4E05F92}"/>
              </a:ext>
            </a:extLst>
          </p:cNvPr>
          <p:cNvGrpSpPr/>
          <p:nvPr/>
        </p:nvGrpSpPr>
        <p:grpSpPr>
          <a:xfrm>
            <a:off x="3563888" y="3480948"/>
            <a:ext cx="836667" cy="1676244"/>
            <a:chOff x="3563888" y="3480948"/>
            <a:chExt cx="836667" cy="1676244"/>
          </a:xfrm>
        </p:grpSpPr>
        <p:sp>
          <p:nvSpPr>
            <p:cNvPr id="52" name="矩形 51">
              <a:extLst>
                <a:ext uri="{FF2B5EF4-FFF2-40B4-BE49-F238E27FC236}">
                  <a16:creationId xmlns:a16="http://schemas.microsoft.com/office/drawing/2014/main" id="{66DCB7DF-81B3-8511-DC84-3039486CB90C}"/>
                </a:ext>
              </a:extLst>
            </p:cNvPr>
            <p:cNvSpPr/>
            <p:nvPr/>
          </p:nvSpPr>
          <p:spPr>
            <a:xfrm>
              <a:off x="3772092" y="3701726"/>
              <a:ext cx="628463"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KV</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Cache</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6" name="矩形 55">
              <a:extLst>
                <a:ext uri="{FF2B5EF4-FFF2-40B4-BE49-F238E27FC236}">
                  <a16:creationId xmlns:a16="http://schemas.microsoft.com/office/drawing/2014/main" id="{663829DA-74D0-BE54-F152-D6664BDE3A96}"/>
                </a:ext>
              </a:extLst>
            </p:cNvPr>
            <p:cNvSpPr/>
            <p:nvPr/>
          </p:nvSpPr>
          <p:spPr>
            <a:xfrm>
              <a:off x="3563888" y="3707961"/>
              <a:ext cx="156584" cy="579503"/>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Q</a:t>
              </a:r>
            </a:p>
          </p:txBody>
        </p:sp>
        <p:sp>
          <p:nvSpPr>
            <p:cNvPr id="59" name="矩形 58">
              <a:extLst>
                <a:ext uri="{FF2B5EF4-FFF2-40B4-BE49-F238E27FC236}">
                  <a16:creationId xmlns:a16="http://schemas.microsoft.com/office/drawing/2014/main" id="{3D40BB0E-76DA-3D64-9275-A2AC658BFBFF}"/>
                </a:ext>
              </a:extLst>
            </p:cNvPr>
            <p:cNvSpPr/>
            <p:nvPr/>
          </p:nvSpPr>
          <p:spPr>
            <a:xfrm>
              <a:off x="3749046" y="3480948"/>
              <a:ext cx="650577" cy="185391"/>
            </a:xfrm>
            <a:prstGeom prst="rect">
              <a:avLst/>
            </a:prstGeom>
            <a:solidFill>
              <a:schemeClr val="accent5">
                <a:lumMod val="20000"/>
                <a:lumOff val="80000"/>
                <a:alpha val="60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bg1">
                      <a:lumMod val="50000"/>
                    </a:schemeClr>
                  </a:solidFill>
                  <a:effectLst/>
                  <a:uLnTx/>
                  <a:uFillTx/>
                  <a:latin typeface="Calibri"/>
                  <a:ea typeface="微軟正黑體" panose="020B0604030504040204" pitchFamily="34" charset="-120"/>
                  <a:cs typeface="+mn-cs"/>
                </a:rPr>
                <a:t>K</a:t>
              </a:r>
            </a:p>
          </p:txBody>
        </p:sp>
        <p:sp>
          <p:nvSpPr>
            <p:cNvPr id="49" name="矩形 48">
              <a:extLst>
                <a:ext uri="{FF2B5EF4-FFF2-40B4-BE49-F238E27FC236}">
                  <a16:creationId xmlns:a16="http://schemas.microsoft.com/office/drawing/2014/main" id="{9E583EA5-C14D-250A-4328-9DC799155877}"/>
                </a:ext>
              </a:extLst>
            </p:cNvPr>
            <p:cNvSpPr/>
            <p:nvPr/>
          </p:nvSpPr>
          <p:spPr>
            <a:xfrm>
              <a:off x="3772092" y="4513905"/>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rgbClr val="000000"/>
                  </a:solidFill>
                  <a:effectLst/>
                  <a:cs typeface="ADLaM Display" panose="02010000000000000000" pitchFamily="2" charset="0"/>
                </a:rPr>
                <a:t>Attn </a:t>
              </a:r>
              <a:r>
                <a:rPr lang="en-US" altLang="zh-TW" sz="1000" b="0" i="0" u="none" strike="noStrike" kern="1200" baseline="-25000" dirty="0">
                  <a:solidFill>
                    <a:srgbClr val="000000"/>
                  </a:solidFill>
                  <a:effectLst/>
                  <a:cs typeface="ADLaM Display" panose="02010000000000000000" pitchFamily="2" charset="0"/>
                </a:rPr>
                <a:t>0</a:t>
              </a:r>
              <a:endParaRPr lang="zh-TW" altLang="zh-TW" sz="1000" b="0" i="0" u="none" strike="noStrike" dirty="0">
                <a:effectLst/>
              </a:endParaRPr>
            </a:p>
          </p:txBody>
        </p:sp>
        <p:sp>
          <p:nvSpPr>
            <p:cNvPr id="65" name="矩形 64">
              <a:extLst>
                <a:ext uri="{FF2B5EF4-FFF2-40B4-BE49-F238E27FC236}">
                  <a16:creationId xmlns:a16="http://schemas.microsoft.com/office/drawing/2014/main" id="{7D99565A-C912-D9DA-B8DB-7660160F2737}"/>
                </a:ext>
              </a:extLst>
            </p:cNvPr>
            <p:cNvSpPr/>
            <p:nvPr/>
          </p:nvSpPr>
          <p:spPr>
            <a:xfrm>
              <a:off x="3772092" y="4729929"/>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a:t>
              </a:r>
              <a:endParaRPr lang="zh-TW" altLang="zh-TW" sz="1000" b="0" i="0" u="none" strike="noStrike" dirty="0">
                <a:effectLst/>
              </a:endParaRPr>
            </a:p>
          </p:txBody>
        </p:sp>
        <p:sp>
          <p:nvSpPr>
            <p:cNvPr id="73" name="文字方塊 72">
              <a:extLst>
                <a:ext uri="{FF2B5EF4-FFF2-40B4-BE49-F238E27FC236}">
                  <a16:creationId xmlns:a16="http://schemas.microsoft.com/office/drawing/2014/main" id="{2554C1BC-FA9D-459C-5B9F-1272D406C4FA}"/>
                </a:ext>
              </a:extLst>
            </p:cNvPr>
            <p:cNvSpPr txBox="1"/>
            <p:nvPr/>
          </p:nvSpPr>
          <p:spPr>
            <a:xfrm>
              <a:off x="3772092" y="4850528"/>
              <a:ext cx="627531" cy="90640"/>
            </a:xfrm>
            <a:prstGeom prst="rect">
              <a:avLst/>
            </a:prstGeom>
            <a:noFill/>
          </p:spPr>
          <p:txBody>
            <a:bodyPr wrap="none" lIns="0" tIns="0" rIns="0" bIns="0" anchor="ctr" anchorCtr="1">
              <a:noAutofit/>
            </a:bodyPr>
            <a:lstStyle/>
            <a:p>
              <a:pPr algn="ctr"/>
              <a:r>
                <a:rPr lang="en-US" altLang="zh-TW" sz="1000" b="1" dirty="0">
                  <a:ea typeface="Cambria Math" panose="02040503050406030204" pitchFamily="18" charset="0"/>
                </a:rPr>
                <a:t>…</a:t>
              </a:r>
              <a:endParaRPr kumimoji="0" lang="en-US" altLang="zh-TW" sz="1000" b="1" u="none" strike="noStrike" kern="1200" cap="none" spc="0" normalizeH="0" baseline="0" noProof="0" dirty="0">
                <a:ln>
                  <a:noFill/>
                </a:ln>
                <a:effectLst/>
                <a:uLnTx/>
                <a:uFillTx/>
                <a:ea typeface="Cambria Math" panose="02040503050406030204" pitchFamily="18" charset="0"/>
                <a:cs typeface="+mn-cs"/>
              </a:endParaRPr>
            </a:p>
          </p:txBody>
        </p:sp>
        <p:sp>
          <p:nvSpPr>
            <p:cNvPr id="79" name="矩形 78">
              <a:extLst>
                <a:ext uri="{FF2B5EF4-FFF2-40B4-BE49-F238E27FC236}">
                  <a16:creationId xmlns:a16="http://schemas.microsoft.com/office/drawing/2014/main" id="{5F40BB2D-29FE-0F02-5FED-2F8B687B2DAE}"/>
                </a:ext>
              </a:extLst>
            </p:cNvPr>
            <p:cNvSpPr/>
            <p:nvPr/>
          </p:nvSpPr>
          <p:spPr>
            <a:xfrm>
              <a:off x="3768657" y="5017961"/>
              <a:ext cx="628462"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rgbClr val="000000"/>
                  </a:solidFill>
                  <a:cs typeface="ADLaM Display" panose="02010000000000000000" pitchFamily="2" charset="0"/>
                </a:rPr>
                <a:t>A</a:t>
              </a:r>
              <a:r>
                <a:rPr lang="en-US" altLang="zh-TW" sz="1000" b="0" i="0" u="none" strike="noStrike" kern="1200" dirty="0">
                  <a:solidFill>
                    <a:srgbClr val="000000"/>
                  </a:solidFill>
                  <a:effectLst/>
                  <a:cs typeface="ADLaM Display" panose="02010000000000000000" pitchFamily="2" charset="0"/>
                </a:rPr>
                <a:t>ttn </a:t>
              </a:r>
              <a:r>
                <a:rPr lang="en-US" altLang="zh-TW" sz="1000" b="0" i="0" u="none" strike="noStrike" kern="1200" baseline="-25000" dirty="0">
                  <a:solidFill>
                    <a:srgbClr val="000000"/>
                  </a:solidFill>
                  <a:effectLst/>
                  <a:cs typeface="ADLaM Display" panose="02010000000000000000" pitchFamily="2" charset="0"/>
                </a:rPr>
                <a:t>11</a:t>
              </a:r>
              <a:endParaRPr lang="zh-TW" altLang="zh-TW" sz="1000" b="0" i="0" u="none" strike="noStrike" dirty="0">
                <a:effectLst/>
              </a:endParaRPr>
            </a:p>
          </p:txBody>
        </p:sp>
        <p:cxnSp>
          <p:nvCxnSpPr>
            <p:cNvPr id="80" name="接點: 弧形 79">
              <a:extLst>
                <a:ext uri="{FF2B5EF4-FFF2-40B4-BE49-F238E27FC236}">
                  <a16:creationId xmlns:a16="http://schemas.microsoft.com/office/drawing/2014/main" id="{7E0171A3-3FE4-7F18-9D4A-186EFDA74EA6}"/>
                </a:ext>
              </a:extLst>
            </p:cNvPr>
            <p:cNvCxnSpPr>
              <a:cxnSpLocks/>
              <a:stCxn id="52" idx="1"/>
              <a:endCxn id="49" idx="1"/>
            </p:cNvCxnSpPr>
            <p:nvPr/>
          </p:nvCxnSpPr>
          <p:spPr>
            <a:xfrm rot="10800000" flipV="1">
              <a:off x="3772092" y="3996593"/>
              <a:ext cx="12700" cy="586928"/>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85" name="接點: 弧形 84">
              <a:extLst>
                <a:ext uri="{FF2B5EF4-FFF2-40B4-BE49-F238E27FC236}">
                  <a16:creationId xmlns:a16="http://schemas.microsoft.com/office/drawing/2014/main" id="{109F29E4-553F-1236-656B-F2BB2B63DE04}"/>
                </a:ext>
              </a:extLst>
            </p:cNvPr>
            <p:cNvCxnSpPr>
              <a:cxnSpLocks/>
              <a:stCxn id="49" idx="1"/>
              <a:endCxn id="65" idx="1"/>
            </p:cNvCxnSpPr>
            <p:nvPr/>
          </p:nvCxnSpPr>
          <p:spPr>
            <a:xfrm rot="10800000" flipV="1">
              <a:off x="3772092" y="4583521"/>
              <a:ext cx="12700" cy="216024"/>
            </a:xfrm>
            <a:prstGeom prst="curvedConnector3">
              <a:avLst>
                <a:gd name="adj1" fmla="val 1800000"/>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cxnSp>
          <p:nvCxnSpPr>
            <p:cNvPr id="90" name="接點: 弧形 89">
              <a:extLst>
                <a:ext uri="{FF2B5EF4-FFF2-40B4-BE49-F238E27FC236}">
                  <a16:creationId xmlns:a16="http://schemas.microsoft.com/office/drawing/2014/main" id="{D4508643-FB9E-E548-CEE7-341F08E5A361}"/>
                </a:ext>
              </a:extLst>
            </p:cNvPr>
            <p:cNvCxnSpPr>
              <a:cxnSpLocks/>
              <a:stCxn id="73" idx="1"/>
              <a:endCxn id="79" idx="1"/>
            </p:cNvCxnSpPr>
            <p:nvPr/>
          </p:nvCxnSpPr>
          <p:spPr>
            <a:xfrm rot="10800000" flipV="1">
              <a:off x="3768658" y="4895847"/>
              <a:ext cx="3435" cy="191729"/>
            </a:xfrm>
            <a:prstGeom prst="curvedConnector3">
              <a:avLst>
                <a:gd name="adj1" fmla="val 6755022"/>
              </a:avLst>
            </a:prstGeom>
            <a:ln w="3175">
              <a:solidFill>
                <a:schemeClr val="accent4">
                  <a:lumMod val="75000"/>
                </a:schemeClr>
              </a:solidFill>
              <a:headEnd w="sm" len="sm"/>
              <a:tailEnd type="triangle"/>
            </a:ln>
          </p:spPr>
          <p:style>
            <a:lnRef idx="1">
              <a:schemeClr val="accent1"/>
            </a:lnRef>
            <a:fillRef idx="0">
              <a:schemeClr val="accent1"/>
            </a:fillRef>
            <a:effectRef idx="0">
              <a:schemeClr val="accent1"/>
            </a:effectRef>
            <a:fontRef idx="minor">
              <a:schemeClr val="tx1"/>
            </a:fontRef>
          </p:style>
        </p:cxnSp>
      </p:grpSp>
      <p:graphicFrame>
        <p:nvGraphicFramePr>
          <p:cNvPr id="98" name="表格 97">
            <a:extLst>
              <a:ext uri="{FF2B5EF4-FFF2-40B4-BE49-F238E27FC236}">
                <a16:creationId xmlns:a16="http://schemas.microsoft.com/office/drawing/2014/main" id="{716AA6C2-711B-0866-4214-AE322E37383E}"/>
              </a:ext>
            </a:extLst>
          </p:cNvPr>
          <p:cNvGraphicFramePr>
            <a:graphicFrameLocks noGrp="1"/>
          </p:cNvGraphicFramePr>
          <p:nvPr>
            <p:extLst>
              <p:ext uri="{D42A27DB-BD31-4B8C-83A1-F6EECF244321}">
                <p14:modId xmlns:p14="http://schemas.microsoft.com/office/powerpoint/2010/main" val="229418978"/>
              </p:ext>
            </p:extLst>
          </p:nvPr>
        </p:nvGraphicFramePr>
        <p:xfrm>
          <a:off x="6736191" y="4498975"/>
          <a:ext cx="952292" cy="178721"/>
        </p:xfrm>
        <a:graphic>
          <a:graphicData uri="http://schemas.openxmlformats.org/drawingml/2006/table">
            <a:tbl>
              <a:tblPr firstRow="1" bandRow="1">
                <a:tableStyleId>{5C22544A-7EE6-4342-B048-85BDC9FD1C3A}</a:tableStyleId>
              </a:tblPr>
              <a:tblGrid>
                <a:gridCol w="238073">
                  <a:extLst>
                    <a:ext uri="{9D8B030D-6E8A-4147-A177-3AD203B41FA5}">
                      <a16:colId xmlns:a16="http://schemas.microsoft.com/office/drawing/2014/main" val="871242339"/>
                    </a:ext>
                  </a:extLst>
                </a:gridCol>
                <a:gridCol w="238073">
                  <a:extLst>
                    <a:ext uri="{9D8B030D-6E8A-4147-A177-3AD203B41FA5}">
                      <a16:colId xmlns:a16="http://schemas.microsoft.com/office/drawing/2014/main" val="1424301285"/>
                    </a:ext>
                  </a:extLst>
                </a:gridCol>
                <a:gridCol w="238073">
                  <a:extLst>
                    <a:ext uri="{9D8B030D-6E8A-4147-A177-3AD203B41FA5}">
                      <a16:colId xmlns:a16="http://schemas.microsoft.com/office/drawing/2014/main" val="1288505345"/>
                    </a:ext>
                  </a:extLst>
                </a:gridCol>
                <a:gridCol w="238073">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t>
                      </a:r>
                      <a:r>
                        <a:rPr lang="en-US" altLang="zh-TW" sz="1000" b="0" baseline="-25000" dirty="0">
                          <a:solidFill>
                            <a:schemeClr val="tx1"/>
                          </a:solidFill>
                          <a:latin typeface="ADLaM Display" panose="02010000000000000000" pitchFamily="2" charset="0"/>
                          <a:cs typeface="ADLaM Display" panose="02010000000000000000" pitchFamily="2" charset="0"/>
                        </a:rPr>
                        <a:t>0</a:t>
                      </a:r>
                      <a:endParaRPr lang="zh-TW" altLang="en-US" sz="10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T</a:t>
                      </a:r>
                      <a:r>
                        <a:rPr lang="en-US" altLang="zh-TW" sz="1000" b="0" baseline="-25000" dirty="0">
                          <a:solidFill>
                            <a:srgbClr val="FF0000"/>
                          </a:solidFill>
                          <a:latin typeface="ADLaM Display" panose="02010000000000000000" pitchFamily="2" charset="0"/>
                          <a:cs typeface="ADLaM Display" panose="02010000000000000000" pitchFamily="2" charset="0"/>
                        </a:rPr>
                        <a:t>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T</a:t>
                      </a:r>
                      <a:r>
                        <a:rPr lang="en-US" altLang="zh-TW" sz="1000" b="0" baseline="-25000" dirty="0">
                          <a:solidFill>
                            <a:schemeClr val="bg1">
                              <a:lumMod val="65000"/>
                            </a:schemeClr>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grpSp>
        <p:nvGrpSpPr>
          <p:cNvPr id="109" name="群組 108">
            <a:extLst>
              <a:ext uri="{FF2B5EF4-FFF2-40B4-BE49-F238E27FC236}">
                <a16:creationId xmlns:a16="http://schemas.microsoft.com/office/drawing/2014/main" id="{67CD801F-76D8-B810-A3CD-002536555BAD}"/>
              </a:ext>
            </a:extLst>
          </p:cNvPr>
          <p:cNvGrpSpPr/>
          <p:nvPr/>
        </p:nvGrpSpPr>
        <p:grpSpPr>
          <a:xfrm>
            <a:off x="4572000" y="3701726"/>
            <a:ext cx="209200" cy="1455466"/>
            <a:chOff x="4572000" y="3701726"/>
            <a:chExt cx="209200" cy="1455466"/>
          </a:xfrm>
        </p:grpSpPr>
        <p:sp>
          <p:nvSpPr>
            <p:cNvPr id="101" name="矩形 100">
              <a:extLst>
                <a:ext uri="{FF2B5EF4-FFF2-40B4-BE49-F238E27FC236}">
                  <a16:creationId xmlns:a16="http://schemas.microsoft.com/office/drawing/2014/main" id="{EFFA3DFF-8B96-115C-10F5-8709C7948869}"/>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02" name="矩形 101">
              <a:extLst>
                <a:ext uri="{FF2B5EF4-FFF2-40B4-BE49-F238E27FC236}">
                  <a16:creationId xmlns:a16="http://schemas.microsoft.com/office/drawing/2014/main" id="{3C6507A6-1A4B-EE6B-9131-851B7244E399}"/>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03" name="矩形 102">
              <a:extLst>
                <a:ext uri="{FF2B5EF4-FFF2-40B4-BE49-F238E27FC236}">
                  <a16:creationId xmlns:a16="http://schemas.microsoft.com/office/drawing/2014/main" id="{8F10EB1B-BD2E-D404-C174-DE50D50A8E23}"/>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04" name="文字方塊 103">
              <a:extLst>
                <a:ext uri="{FF2B5EF4-FFF2-40B4-BE49-F238E27FC236}">
                  <a16:creationId xmlns:a16="http://schemas.microsoft.com/office/drawing/2014/main" id="{F90C6A99-B563-9A27-E610-C6B0A42A983B}"/>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05" name="矩形 104">
              <a:extLst>
                <a:ext uri="{FF2B5EF4-FFF2-40B4-BE49-F238E27FC236}">
                  <a16:creationId xmlns:a16="http://schemas.microsoft.com/office/drawing/2014/main" id="{3829921C-CF00-BBE3-2B57-36BBA0EE5BAF}"/>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grpSp>
        <p:nvGrpSpPr>
          <p:cNvPr id="111" name="群組 110">
            <a:extLst>
              <a:ext uri="{FF2B5EF4-FFF2-40B4-BE49-F238E27FC236}">
                <a16:creationId xmlns:a16="http://schemas.microsoft.com/office/drawing/2014/main" id="{FDC89DF3-4DDE-5058-6387-0624D04F9825}"/>
              </a:ext>
            </a:extLst>
          </p:cNvPr>
          <p:cNvGrpSpPr/>
          <p:nvPr/>
        </p:nvGrpSpPr>
        <p:grpSpPr>
          <a:xfrm>
            <a:off x="4860032" y="3701726"/>
            <a:ext cx="209200" cy="1455466"/>
            <a:chOff x="4572000" y="3701726"/>
            <a:chExt cx="209200" cy="1455466"/>
          </a:xfrm>
        </p:grpSpPr>
        <p:sp>
          <p:nvSpPr>
            <p:cNvPr id="112" name="矩形 111">
              <a:extLst>
                <a:ext uri="{FF2B5EF4-FFF2-40B4-BE49-F238E27FC236}">
                  <a16:creationId xmlns:a16="http://schemas.microsoft.com/office/drawing/2014/main" id="{F8DDEEC7-E03A-EFE9-DF17-6CFCD1BAFE45}"/>
                </a:ext>
              </a:extLst>
            </p:cNvPr>
            <p:cNvSpPr/>
            <p:nvPr/>
          </p:nvSpPr>
          <p:spPr>
            <a:xfrm>
              <a:off x="4575435" y="3701726"/>
              <a:ext cx="205765" cy="589734"/>
            </a:xfrm>
            <a:prstGeom prst="rect">
              <a:avLst/>
            </a:prstGeom>
            <a:solidFill>
              <a:schemeClr val="accent4">
                <a:lumMod val="20000"/>
                <a:lumOff val="80000"/>
              </a:schemeClr>
            </a:solidFill>
            <a:ln w="25400">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KV</a:t>
              </a:r>
            </a:p>
          </p:txBody>
        </p:sp>
        <p:sp>
          <p:nvSpPr>
            <p:cNvPr id="113" name="矩形 112">
              <a:extLst>
                <a:ext uri="{FF2B5EF4-FFF2-40B4-BE49-F238E27FC236}">
                  <a16:creationId xmlns:a16="http://schemas.microsoft.com/office/drawing/2014/main" id="{8AF3A9DC-8996-E7CD-8BA7-4FD601424BAB}"/>
                </a:ext>
              </a:extLst>
            </p:cNvPr>
            <p:cNvSpPr/>
            <p:nvPr/>
          </p:nvSpPr>
          <p:spPr>
            <a:xfrm>
              <a:off x="4575435" y="4513905"/>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b="0" i="0" u="none" strike="noStrike" kern="1200" dirty="0">
                  <a:solidFill>
                    <a:schemeClr val="tx1">
                      <a:lumMod val="50000"/>
                      <a:lumOff val="50000"/>
                    </a:schemeClr>
                  </a:solidFill>
                  <a:effectLst/>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0</a:t>
              </a:r>
              <a:endParaRPr lang="zh-TW" altLang="zh-TW" sz="1000" b="0" i="0" u="none" strike="noStrike" dirty="0">
                <a:solidFill>
                  <a:schemeClr val="tx1">
                    <a:lumMod val="50000"/>
                    <a:lumOff val="50000"/>
                  </a:schemeClr>
                </a:solidFill>
                <a:effectLst/>
              </a:endParaRPr>
            </a:p>
          </p:txBody>
        </p:sp>
        <p:sp>
          <p:nvSpPr>
            <p:cNvPr id="114" name="矩形 113">
              <a:extLst>
                <a:ext uri="{FF2B5EF4-FFF2-40B4-BE49-F238E27FC236}">
                  <a16:creationId xmlns:a16="http://schemas.microsoft.com/office/drawing/2014/main" id="{3F99CB8F-CE71-73B5-FEEA-CBC67ED224B4}"/>
                </a:ext>
              </a:extLst>
            </p:cNvPr>
            <p:cNvSpPr/>
            <p:nvPr/>
          </p:nvSpPr>
          <p:spPr>
            <a:xfrm>
              <a:off x="4575435" y="4729929"/>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a:t>
              </a:r>
              <a:endParaRPr lang="zh-TW" altLang="zh-TW" sz="1000" b="0" i="0" u="none" strike="noStrike" dirty="0">
                <a:solidFill>
                  <a:schemeClr val="tx1">
                    <a:lumMod val="50000"/>
                    <a:lumOff val="50000"/>
                  </a:schemeClr>
                </a:solidFill>
                <a:effectLst/>
              </a:endParaRPr>
            </a:p>
          </p:txBody>
        </p:sp>
        <p:sp>
          <p:nvSpPr>
            <p:cNvPr id="115" name="文字方塊 114">
              <a:extLst>
                <a:ext uri="{FF2B5EF4-FFF2-40B4-BE49-F238E27FC236}">
                  <a16:creationId xmlns:a16="http://schemas.microsoft.com/office/drawing/2014/main" id="{1D48F34D-6A83-8C22-3E8D-4B1E0BFEA666}"/>
                </a:ext>
              </a:extLst>
            </p:cNvPr>
            <p:cNvSpPr txBox="1"/>
            <p:nvPr/>
          </p:nvSpPr>
          <p:spPr>
            <a:xfrm>
              <a:off x="4575436" y="4850528"/>
              <a:ext cx="205460" cy="90640"/>
            </a:xfrm>
            <a:prstGeom prst="rect">
              <a:avLst/>
            </a:prstGeom>
            <a:noFill/>
          </p:spPr>
          <p:txBody>
            <a:bodyPr wrap="none" lIns="0" tIns="0" rIns="0" bIns="0" anchor="ctr" anchorCtr="1">
              <a:noAutofit/>
            </a:bodyPr>
            <a:lstStyle/>
            <a:p>
              <a:pPr algn="ctr"/>
              <a:r>
                <a:rPr lang="en-US" altLang="zh-TW" sz="1000" b="1" dirty="0">
                  <a:solidFill>
                    <a:schemeClr val="tx1">
                      <a:lumMod val="50000"/>
                      <a:lumOff val="50000"/>
                    </a:schemeClr>
                  </a:solidFill>
                  <a:ea typeface="Cambria Math" panose="02040503050406030204" pitchFamily="18" charset="0"/>
                </a:rPr>
                <a:t>…</a:t>
              </a:r>
              <a:endParaRPr kumimoji="0" lang="en-US" altLang="zh-TW" sz="1000" b="1" u="none" strike="noStrike" kern="1200" cap="none" spc="0" normalizeH="0" baseline="0" noProof="0" dirty="0">
                <a:ln>
                  <a:noFill/>
                </a:ln>
                <a:solidFill>
                  <a:schemeClr val="tx1">
                    <a:lumMod val="50000"/>
                    <a:lumOff val="50000"/>
                  </a:schemeClr>
                </a:solidFill>
                <a:effectLst/>
                <a:uLnTx/>
                <a:uFillTx/>
                <a:ea typeface="Cambria Math" panose="02040503050406030204" pitchFamily="18" charset="0"/>
                <a:cs typeface="+mn-cs"/>
              </a:endParaRPr>
            </a:p>
          </p:txBody>
        </p:sp>
        <p:sp>
          <p:nvSpPr>
            <p:cNvPr id="116" name="矩形 115">
              <a:extLst>
                <a:ext uri="{FF2B5EF4-FFF2-40B4-BE49-F238E27FC236}">
                  <a16:creationId xmlns:a16="http://schemas.microsoft.com/office/drawing/2014/main" id="{276A10F6-D303-9816-DA37-7C79B1D1EC83}"/>
                </a:ext>
              </a:extLst>
            </p:cNvPr>
            <p:cNvSpPr/>
            <p:nvPr/>
          </p:nvSpPr>
          <p:spPr>
            <a:xfrm>
              <a:off x="4572000" y="5017961"/>
              <a:ext cx="205765" cy="139231"/>
            </a:xfrm>
            <a:prstGeom prst="rect">
              <a:avLst/>
            </a:prstGeom>
            <a:solidFill>
              <a:schemeClr val="accent4">
                <a:lumMod val="20000"/>
                <a:lumOff val="80000"/>
              </a:schemeClr>
            </a:solidFill>
            <a:ln w="15875">
              <a:solidFill>
                <a:schemeClr val="accent4">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algn="ctr" rtl="0" eaLnBrk="1" fontAlgn="ctr" latinLnBrk="0" hangingPunct="1">
                <a:buNone/>
              </a:pPr>
              <a:r>
                <a:rPr lang="en-US" altLang="zh-TW" sz="1000" dirty="0">
                  <a:solidFill>
                    <a:schemeClr val="tx1">
                      <a:lumMod val="50000"/>
                      <a:lumOff val="50000"/>
                    </a:schemeClr>
                  </a:solidFill>
                  <a:cs typeface="ADLaM Display" panose="02010000000000000000" pitchFamily="2" charset="0"/>
                </a:rPr>
                <a:t>A</a:t>
              </a:r>
              <a:r>
                <a:rPr lang="en-US" altLang="zh-TW" sz="1000" b="0" i="0" u="none" strike="noStrike" kern="1200" baseline="-25000" dirty="0">
                  <a:solidFill>
                    <a:schemeClr val="tx1">
                      <a:lumMod val="50000"/>
                      <a:lumOff val="50000"/>
                    </a:schemeClr>
                  </a:solidFill>
                  <a:effectLst/>
                  <a:cs typeface="ADLaM Display" panose="02010000000000000000" pitchFamily="2" charset="0"/>
                </a:rPr>
                <a:t>11</a:t>
              </a:r>
              <a:endParaRPr lang="zh-TW" altLang="zh-TW" sz="1000" b="0" i="0" u="none" strike="noStrike" dirty="0">
                <a:solidFill>
                  <a:schemeClr val="tx1">
                    <a:lumMod val="50000"/>
                    <a:lumOff val="50000"/>
                  </a:schemeClr>
                </a:solidFill>
                <a:effectLst/>
              </a:endParaRPr>
            </a:p>
          </p:txBody>
        </p:sp>
      </p:grpSp>
      <p:sp>
        <p:nvSpPr>
          <p:cNvPr id="118" name="文字方塊 117">
            <a:extLst>
              <a:ext uri="{FF2B5EF4-FFF2-40B4-BE49-F238E27FC236}">
                <a16:creationId xmlns:a16="http://schemas.microsoft.com/office/drawing/2014/main" id="{5006C014-9B3D-45DB-E1D2-C6B4D6D0B2F3}"/>
              </a:ext>
            </a:extLst>
          </p:cNvPr>
          <p:cNvSpPr txBox="1"/>
          <p:nvPr/>
        </p:nvSpPr>
        <p:spPr>
          <a:xfrm>
            <a:off x="5087575" y="4765496"/>
            <a:ext cx="483526" cy="200222"/>
          </a:xfrm>
          <a:prstGeom prst="rect">
            <a:avLst/>
          </a:prstGeom>
          <a:noFill/>
        </p:spPr>
        <p:txBody>
          <a:bodyPr wrap="none" lIns="0" tIns="0" rIns="0" bIns="0" anchor="ctr" anchorCtr="1">
            <a:noAutofit/>
          </a:bodyPr>
          <a:lstStyle/>
          <a:p>
            <a:pPr algn="ctr"/>
            <a:r>
              <a:rPr lang="en-US" altLang="zh-TW" sz="1400" b="1" dirty="0">
                <a:solidFill>
                  <a:schemeClr val="accent4">
                    <a:lumMod val="75000"/>
                  </a:schemeClr>
                </a:solidFill>
                <a:ea typeface="Cambria Math" panose="02040503050406030204" pitchFamily="18" charset="0"/>
              </a:rPr>
              <a:t>…</a:t>
            </a:r>
            <a:endParaRPr kumimoji="0" lang="en-US" altLang="zh-TW" sz="1400" b="1" u="none" strike="noStrike" kern="1200" cap="none" spc="0" normalizeH="0" baseline="0" noProof="0" dirty="0">
              <a:ln>
                <a:noFill/>
              </a:ln>
              <a:solidFill>
                <a:schemeClr val="accent4">
                  <a:lumMod val="7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upervised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F</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ine-</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1538110" y="4145907"/>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4216758" y="2934437"/>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4176410" y="4146983"/>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839950108"/>
              </p:ext>
            </p:extLst>
          </p:nvPr>
        </p:nvGraphicFramePr>
        <p:xfrm>
          <a:off x="1791194" y="4433939"/>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extLst>
              <p:ext uri="{D42A27DB-BD31-4B8C-83A1-F6EECF244321}">
                <p14:modId xmlns:p14="http://schemas.microsoft.com/office/powerpoint/2010/main" val="2263970451"/>
              </p:ext>
            </p:extLst>
          </p:nvPr>
        </p:nvGraphicFramePr>
        <p:xfrm>
          <a:off x="3965858" y="3227665"/>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2617427" y="4415631"/>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1528415552"/>
              </p:ext>
            </p:extLst>
          </p:nvPr>
        </p:nvGraphicFramePr>
        <p:xfrm>
          <a:off x="2419307" y="4655577"/>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extLst>
              <p:ext uri="{D42A27DB-BD31-4B8C-83A1-F6EECF244321}">
                <p14:modId xmlns:p14="http://schemas.microsoft.com/office/powerpoint/2010/main" val="2582060314"/>
              </p:ext>
            </p:extLst>
          </p:nvPr>
        </p:nvGraphicFramePr>
        <p:xfrm>
          <a:off x="3962668" y="4415631"/>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2681213" y="3223900"/>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extLst>
              <p:ext uri="{D42A27DB-BD31-4B8C-83A1-F6EECF244321}">
                <p14:modId xmlns:p14="http://schemas.microsoft.com/office/powerpoint/2010/main" val="3092848734"/>
              </p:ext>
            </p:extLst>
          </p:nvPr>
        </p:nvGraphicFramePr>
        <p:xfrm>
          <a:off x="2388104" y="3499604"/>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5701444" y="3223900"/>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extLst>
              <p:ext uri="{D42A27DB-BD31-4B8C-83A1-F6EECF244321}">
                <p14:modId xmlns:p14="http://schemas.microsoft.com/office/powerpoint/2010/main" val="3912017110"/>
              </p:ext>
            </p:extLst>
          </p:nvPr>
        </p:nvGraphicFramePr>
        <p:xfrm>
          <a:off x="5400546" y="348990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4464442" y="395941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3702368" y="344099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5181332" y="3440999"/>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2091942" y="4680581"/>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3702368" y="4655577"/>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1321</TotalTime>
  <Words>18743</Words>
  <Application>Microsoft Office PowerPoint</Application>
  <PresentationFormat>如螢幕大小 (4:3)</PresentationFormat>
  <Paragraphs>2921</Paragraphs>
  <Slides>48</Slides>
  <Notes>40</Notes>
  <HiddenSlides>7</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48</vt:i4>
      </vt:variant>
    </vt:vector>
  </HeadingPairs>
  <TitlesOfParts>
    <vt:vector size="66"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1902</cp:revision>
  <cp:lastPrinted>2024-07-30T01:44:15Z</cp:lastPrinted>
  <dcterms:created xsi:type="dcterms:W3CDTF">2019-11-08T03:01:47Z</dcterms:created>
  <dcterms:modified xsi:type="dcterms:W3CDTF">2026-09-10T09:37:17Z</dcterms:modified>
</cp:coreProperties>
</file>