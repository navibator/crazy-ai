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3561" r:id="rId2"/>
    <p:sldId id="3560" r:id="rId3"/>
    <p:sldId id="3563" r:id="rId4"/>
    <p:sldId id="3565" r:id="rId5"/>
    <p:sldId id="3564" r:id="rId6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396" y="5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2026/9/27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4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335768"/>
              </p:ext>
            </p:extLst>
          </p:nvPr>
        </p:nvGraphicFramePr>
        <p:xfrm>
          <a:off x="1623654" y="2820190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58814"/>
            <a:ext cx="370910" cy="259386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629822"/>
              </p:ext>
            </p:extLst>
          </p:nvPr>
        </p:nvGraphicFramePr>
        <p:xfrm>
          <a:off x="2612067" y="2844180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774502"/>
              </p:ext>
            </p:extLst>
          </p:nvPr>
        </p:nvGraphicFramePr>
        <p:xfrm>
          <a:off x="4406696" y="2836066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67909"/>
              </p:ext>
            </p:extLst>
          </p:nvPr>
        </p:nvGraphicFramePr>
        <p:xfrm>
          <a:off x="5131117" y="283606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01292"/>
              </p:ext>
            </p:extLst>
          </p:nvPr>
        </p:nvGraphicFramePr>
        <p:xfrm>
          <a:off x="1917886" y="2836067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32737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162686"/>
              </p:ext>
            </p:extLst>
          </p:nvPr>
        </p:nvGraphicFramePr>
        <p:xfrm>
          <a:off x="2604277" y="214890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921544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2012104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31113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368583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87494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74319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96161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82331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965482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410793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37900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2472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50930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3430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2012104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737904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32737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63691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5090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95736" y="6046800"/>
            <a:ext cx="226893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58814"/>
            <a:ext cx="452615" cy="48798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21416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2165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947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73377"/>
            <a:ext cx="274320" cy="21639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3465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93417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1115931" y="4584932"/>
            <a:ext cx="1079805" cy="356236"/>
          </a:xfrm>
          <a:prstGeom prst="wedgeRoundRectCallout">
            <a:avLst>
              <a:gd name="adj1" fmla="val 30610"/>
              <a:gd name="adj2" fmla="val 103584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823154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206914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284574"/>
              </p:ext>
            </p:extLst>
          </p:nvPr>
        </p:nvGraphicFramePr>
        <p:xfrm>
          <a:off x="7807179" y="4493704"/>
          <a:ext cx="894736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68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3684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23684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23684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886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886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886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886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886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886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886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5510D0E8-2137-067B-4912-0FDC80B8D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630328"/>
              </p:ext>
            </p:extLst>
          </p:nvPr>
        </p:nvGraphicFramePr>
        <p:xfrm>
          <a:off x="5232041" y="3961187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2" name="表格 121">
            <a:extLst>
              <a:ext uri="{FF2B5EF4-FFF2-40B4-BE49-F238E27FC236}">
                <a16:creationId xmlns:a16="http://schemas.microsoft.com/office/drawing/2014/main" id="{F831C1E9-AAD8-C039-1426-90D3764A8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6460663"/>
              </p:ext>
            </p:extLst>
          </p:nvPr>
        </p:nvGraphicFramePr>
        <p:xfrm>
          <a:off x="5956462" y="3961188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3" name="表格 122">
            <a:extLst>
              <a:ext uri="{FF2B5EF4-FFF2-40B4-BE49-F238E27FC236}">
                <a16:creationId xmlns:a16="http://schemas.microsoft.com/office/drawing/2014/main" id="{690931C8-4EE7-0DC1-D5DB-E98645D430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885648"/>
              </p:ext>
            </p:extLst>
          </p:nvPr>
        </p:nvGraphicFramePr>
        <p:xfrm>
          <a:off x="1582628" y="4132546"/>
          <a:ext cx="65393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6142440" y="4452496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25" name="表格 124">
            <a:extLst>
              <a:ext uri="{FF2B5EF4-FFF2-40B4-BE49-F238E27FC236}">
                <a16:creationId xmlns:a16="http://schemas.microsoft.com/office/drawing/2014/main" id="{DCD1735D-9E95-D9CC-8B26-1EB0411ED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070174"/>
              </p:ext>
            </p:extLst>
          </p:nvPr>
        </p:nvGraphicFramePr>
        <p:xfrm>
          <a:off x="305599" y="571236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3163295" y="358250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052466"/>
            <a:ext cx="720136" cy="2798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6126205" y="423647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6E6D8C74-7269-61F2-83B4-321FB9B5DF05}"/>
              </a:ext>
            </a:extLst>
          </p:cNvPr>
          <p:cNvSpPr txBox="1"/>
          <p:nvPr/>
        </p:nvSpPr>
        <p:spPr>
          <a:xfrm>
            <a:off x="5088025" y="4493704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cxnSp>
        <p:nvCxnSpPr>
          <p:cNvPr id="134" name="接點: 肘形 133">
            <a:extLst>
              <a:ext uri="{FF2B5EF4-FFF2-40B4-BE49-F238E27FC236}">
                <a16:creationId xmlns:a16="http://schemas.microsoft.com/office/drawing/2014/main" id="{B9570F86-6858-AEEC-3F37-CC9AA130F14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4253" y="6011108"/>
            <a:ext cx="430738" cy="734190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763744" y="2944466"/>
            <a:ext cx="504000" cy="21600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ED7E2B53-B154-CA41-C74C-B6282BF897B8}"/>
              </a:ext>
            </a:extLst>
          </p:cNvPr>
          <p:cNvSpPr/>
          <p:nvPr/>
        </p:nvSpPr>
        <p:spPr>
          <a:xfrm>
            <a:off x="4225290" y="578210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BB4271AA-F623-3FD1-B691-9BF203024A06}"/>
              </a:ext>
            </a:extLst>
          </p:cNvPr>
          <p:cNvSpPr txBox="1"/>
          <p:nvPr/>
        </p:nvSpPr>
        <p:spPr>
          <a:xfrm>
            <a:off x="561759" y="30290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84896"/>
            <a:ext cx="720136" cy="94740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720136" cy="34871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763744" y="3573016"/>
            <a:ext cx="504000" cy="216000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763744" y="2276896"/>
            <a:ext cx="504000" cy="2160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4" name="直線單箭頭接點 143">
            <a:extLst>
              <a:ext uri="{FF2B5EF4-FFF2-40B4-BE49-F238E27FC236}">
                <a16:creationId xmlns:a16="http://schemas.microsoft.com/office/drawing/2014/main" id="{46441C92-7A27-80FB-29F2-BCA55103EFA8}"/>
              </a:ext>
            </a:extLst>
          </p:cNvPr>
          <p:cNvCxnSpPr>
            <a:cxnSpLocks/>
          </p:cNvCxnSpPr>
          <p:nvPr/>
        </p:nvCxnSpPr>
        <p:spPr>
          <a:xfrm flipV="1">
            <a:off x="1652407" y="60804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3141203" y="4456088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CC75FE5C-6383-587B-4BDB-302CB74F6C6C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C49597A-06AB-BFDD-CCD4-6C5537674DCC}"/>
                  </a:ext>
                </a:extLst>
              </p:cNvPr>
              <p:cNvSpPr txBox="1"/>
              <p:nvPr/>
            </p:nvSpPr>
            <p:spPr>
              <a:xfrm>
                <a:off x="6210224" y="270048"/>
                <a:ext cx="2549737" cy="1897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0" smtClean="0">
                          <a:latin typeface="Cambria Math" panose="02040503050406030204" pitchFamily="18" charset="0"/>
                        </a:rPr>
                        <m:t>𝐝𝐢𝐚𝐠</m:t>
                      </m:r>
                      <m:d>
                        <m:dPr>
                          <m:ctrlPr>
                            <a:rPr lang="en-US" altLang="zh-TW" sz="1200" b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1" i="0" smtClean="0">
                                  <a:latin typeface="Cambria Math" panose="02040503050406030204" pitchFamily="18" charset="0"/>
                                </a:rPr>
                                <m:t>𝐠</m:t>
                              </m:r>
                            </m:e>
                            <m:sub>
                              <m:r>
                                <a:rPr lang="en-US" altLang="zh-TW" sz="1200" b="1" i="0" smtClean="0"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C49597A-06AB-BFDD-CCD4-6C553767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224" y="270048"/>
                <a:ext cx="2549737" cy="189796"/>
              </a:xfrm>
              <a:prstGeom prst="rect">
                <a:avLst/>
              </a:prstGeom>
              <a:blipFill>
                <a:blip r:embed="rId3"/>
                <a:stretch>
                  <a:fillRect l="-2153" b="-419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057FEAD1-ACEF-1429-FD29-BE49DC7FE649}"/>
                  </a:ext>
                </a:extLst>
              </p:cNvPr>
              <p:cNvSpPr txBox="1"/>
              <p:nvPr/>
            </p:nvSpPr>
            <p:spPr>
              <a:xfrm>
                <a:off x="6458749" y="1664758"/>
                <a:ext cx="919354" cy="570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l-GR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057FEAD1-ACEF-1429-FD29-BE49DC7FE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749" y="1664758"/>
                <a:ext cx="919354" cy="570541"/>
              </a:xfrm>
              <a:prstGeom prst="rect">
                <a:avLst/>
              </a:prstGeom>
              <a:blipFill>
                <a:blip r:embed="rId4"/>
                <a:stretch>
                  <a:fillRect l="-6667" b="-31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/>
              <p:nvPr/>
            </p:nvSpPr>
            <p:spPr>
              <a:xfrm>
                <a:off x="5841561" y="5760632"/>
                <a:ext cx="19819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5760632"/>
                <a:ext cx="198196" cy="215444"/>
              </a:xfrm>
              <a:prstGeom prst="rect">
                <a:avLst/>
              </a:prstGeom>
              <a:blipFill>
                <a:blip r:embed="rId5"/>
                <a:stretch>
                  <a:fillRect l="-39394" b="-3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5DFACD63-DEDC-1D38-9AC2-EB4623A47F29}"/>
                  </a:ext>
                </a:extLst>
              </p:cNvPr>
              <p:cNvSpPr txBox="1"/>
              <p:nvPr/>
            </p:nvSpPr>
            <p:spPr>
              <a:xfrm>
                <a:off x="5841561" y="5974917"/>
                <a:ext cx="2297039" cy="221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5DFACD63-DEDC-1D38-9AC2-EB4623A47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5974917"/>
                <a:ext cx="2297039" cy="221343"/>
              </a:xfrm>
              <a:prstGeom prst="rect">
                <a:avLst/>
              </a:prstGeom>
              <a:blipFill>
                <a:blip r:embed="rId6"/>
                <a:stretch>
                  <a:fillRect l="-2653" b="-36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2ECE2803-2DF6-A913-A37C-7F8C5AC9A0C1}"/>
                  </a:ext>
                </a:extLst>
              </p:cNvPr>
              <p:cNvSpPr txBox="1"/>
              <p:nvPr/>
            </p:nvSpPr>
            <p:spPr>
              <a:xfrm>
                <a:off x="5841561" y="6198510"/>
                <a:ext cx="2482411" cy="2431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2ECE2803-2DF6-A913-A37C-7F8C5AC9A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6198510"/>
                <a:ext cx="2482411" cy="243143"/>
              </a:xfrm>
              <a:prstGeom prst="rect">
                <a:avLst/>
              </a:prstGeom>
              <a:blipFill>
                <a:blip r:embed="rId7"/>
                <a:stretch>
                  <a:fillRect l="-2457" b="-2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9573F5D-C185-E423-1929-D65DDA74E2BA}"/>
                  </a:ext>
                </a:extLst>
              </p:cNvPr>
              <p:cNvSpPr txBox="1"/>
              <p:nvPr/>
            </p:nvSpPr>
            <p:spPr>
              <a:xfrm>
                <a:off x="6460592" y="3144177"/>
                <a:ext cx="1555939" cy="2128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9573F5D-C185-E423-1929-D65DDA74E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0592" y="3144177"/>
                <a:ext cx="1555939" cy="212815"/>
              </a:xfrm>
              <a:prstGeom prst="rect">
                <a:avLst/>
              </a:prstGeom>
              <a:blipFill>
                <a:blip r:embed="rId8"/>
                <a:stretch>
                  <a:fillRect l="-3529" r="-392" b="-2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599344AF-F1F8-FD63-A937-3FBA6245DB1D}"/>
              </a:ext>
            </a:extLst>
          </p:cNvPr>
          <p:cNvSpPr txBox="1"/>
          <p:nvPr/>
        </p:nvSpPr>
        <p:spPr>
          <a:xfrm>
            <a:off x="6751290" y="154390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76A79F84-D70F-0E0B-8903-70B8A64E3260}"/>
              </a:ext>
            </a:extLst>
          </p:cNvPr>
          <p:cNvSpPr/>
          <p:nvPr/>
        </p:nvSpPr>
        <p:spPr>
          <a:xfrm>
            <a:off x="6456850" y="1246614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Manba2/GLA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C34CB312-6981-52FE-F876-0CEF19506A96}"/>
                  </a:ext>
                </a:extLst>
              </p:cNvPr>
              <p:cNvSpPr txBox="1"/>
              <p:nvPr/>
            </p:nvSpPr>
            <p:spPr>
              <a:xfrm>
                <a:off x="6460592" y="2519124"/>
                <a:ext cx="1265411" cy="1897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l-GR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m:rPr>
                          <m:nor/>
                        </m:rPr>
                        <a:rPr lang="en-US" altLang="zh-TW" sz="1200" dirty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C34CB312-6981-52FE-F876-0CEF19506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0592" y="2519124"/>
                <a:ext cx="1265411" cy="189796"/>
              </a:xfrm>
              <a:prstGeom prst="rect">
                <a:avLst/>
              </a:prstGeom>
              <a:blipFill>
                <a:blip r:embed="rId9"/>
                <a:stretch>
                  <a:fillRect l="-4348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8877136F-CE53-C38B-816D-E19EFDC01858}"/>
                  </a:ext>
                </a:extLst>
              </p:cNvPr>
              <p:cNvSpPr txBox="1"/>
              <p:nvPr/>
            </p:nvSpPr>
            <p:spPr>
              <a:xfrm>
                <a:off x="6460591" y="2808952"/>
                <a:ext cx="1153393" cy="1880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8877136F-CE53-C38B-816D-E19EFDC01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0591" y="2808952"/>
                <a:ext cx="1153393" cy="188000"/>
              </a:xfrm>
              <a:prstGeom prst="rect">
                <a:avLst/>
              </a:prstGeom>
              <a:blipFill>
                <a:blip r:embed="rId10"/>
                <a:stretch>
                  <a:fillRect l="-4762" b="-25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7029797" y="154390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F7E25102-87C9-22FA-4C0B-F7E00DDC07DE}"/>
              </a:ext>
            </a:extLst>
          </p:cNvPr>
          <p:cNvSpPr txBox="1"/>
          <p:nvPr/>
        </p:nvSpPr>
        <p:spPr>
          <a:xfrm>
            <a:off x="6366990" y="154390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1</a:t>
            </a:r>
            <a:endParaRPr lang="zh-TW" altLang="en-US" sz="1200" b="1" dirty="0"/>
          </a:p>
        </p:txBody>
      </p:sp>
      <p:sp>
        <p:nvSpPr>
          <p:cNvPr id="187" name="文字方塊 186">
            <a:extLst>
              <a:ext uri="{FF2B5EF4-FFF2-40B4-BE49-F238E27FC236}">
                <a16:creationId xmlns:a16="http://schemas.microsoft.com/office/drawing/2014/main" id="{091AA122-94DC-9E52-F4A9-1DF86E3CDDFA}"/>
              </a:ext>
            </a:extLst>
          </p:cNvPr>
          <p:cNvSpPr txBox="1"/>
          <p:nvPr/>
        </p:nvSpPr>
        <p:spPr>
          <a:xfrm>
            <a:off x="6366989" y="236745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cxnSp>
        <p:nvCxnSpPr>
          <p:cNvPr id="193" name="直線單箭頭接點 192">
            <a:extLst>
              <a:ext uri="{FF2B5EF4-FFF2-40B4-BE49-F238E27FC236}">
                <a16:creationId xmlns:a16="http://schemas.microsoft.com/office/drawing/2014/main" id="{D8CA9DE4-0821-D607-D030-CAB6723BAD7D}"/>
              </a:ext>
            </a:extLst>
          </p:cNvPr>
          <p:cNvCxnSpPr>
            <a:cxnSpLocks/>
          </p:cNvCxnSpPr>
          <p:nvPr/>
        </p:nvCxnSpPr>
        <p:spPr>
          <a:xfrm flipV="1">
            <a:off x="1141152" y="669398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線單箭頭接點 193">
            <a:extLst>
              <a:ext uri="{FF2B5EF4-FFF2-40B4-BE49-F238E27FC236}">
                <a16:creationId xmlns:a16="http://schemas.microsoft.com/office/drawing/2014/main" id="{EDE86359-490A-CF17-582B-23217EDAD9B5}"/>
              </a:ext>
            </a:extLst>
          </p:cNvPr>
          <p:cNvCxnSpPr>
            <a:cxnSpLocks/>
          </p:cNvCxnSpPr>
          <p:nvPr/>
        </p:nvCxnSpPr>
        <p:spPr>
          <a:xfrm flipV="1">
            <a:off x="1336664" y="6275908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22966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56EC539-5598-894F-CFBF-70B378201F28}"/>
              </a:ext>
            </a:extLst>
          </p:cNvPr>
          <p:cNvSpPr txBox="1"/>
          <p:nvPr/>
        </p:nvSpPr>
        <p:spPr>
          <a:xfrm>
            <a:off x="1230917" y="207556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22966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FDB48C87-17D2-0784-E986-2BA14C39D7FB}"/>
              </a:ext>
            </a:extLst>
          </p:cNvPr>
          <p:cNvSpPr txBox="1"/>
          <p:nvPr/>
        </p:nvSpPr>
        <p:spPr>
          <a:xfrm>
            <a:off x="1236678" y="344843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22966" y="28497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30917" y="2718053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1D79E310-4559-0CCB-B6F4-C1C3BBDD6D87}"/>
              </a:ext>
            </a:extLst>
          </p:cNvPr>
          <p:cNvSpPr/>
          <p:nvPr/>
        </p:nvSpPr>
        <p:spPr>
          <a:xfrm>
            <a:off x="2332895" y="4374547"/>
            <a:ext cx="474024" cy="394774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1840192" y="270892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graphicFrame>
        <p:nvGraphicFramePr>
          <p:cNvPr id="235" name="表格 234">
            <a:extLst>
              <a:ext uri="{FF2B5EF4-FFF2-40B4-BE49-F238E27FC236}">
                <a16:creationId xmlns:a16="http://schemas.microsoft.com/office/drawing/2014/main" id="{4171B599-C26B-2A13-7324-B63E9A9FC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562961"/>
              </p:ext>
            </p:extLst>
          </p:nvPr>
        </p:nvGraphicFramePr>
        <p:xfrm>
          <a:off x="2695023" y="2299309"/>
          <a:ext cx="890017" cy="1139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32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81488665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1025</Words>
  <Application>Microsoft Office PowerPoint</Application>
  <PresentationFormat>如螢幕大小 (4:3)</PresentationFormat>
  <Paragraphs>644</Paragraphs>
  <Slides>5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3" baseType="lpstr">
      <vt:lpstr>Noto Sans HK</vt:lpstr>
      <vt:lpstr>微軟正黑體</vt:lpstr>
      <vt:lpstr>ADLaM Display</vt:lpstr>
      <vt:lpstr>Arial</vt:lpstr>
      <vt:lpstr>Calibri</vt:lpstr>
      <vt:lpstr>Cambria Math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1992</cp:revision>
  <cp:lastPrinted>2024-07-30T01:44:15Z</cp:lastPrinted>
  <dcterms:created xsi:type="dcterms:W3CDTF">2019-11-08T03:01:47Z</dcterms:created>
  <dcterms:modified xsi:type="dcterms:W3CDTF">2026-09-27T11:54:50Z</dcterms:modified>
</cp:coreProperties>
</file>