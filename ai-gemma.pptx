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7" r:id="rId9"/>
    <p:sldId id="3470" r:id="rId10"/>
    <p:sldId id="3471" r:id="rId11"/>
    <p:sldId id="3496" r:id="rId12"/>
    <p:sldId id="3505" r:id="rId13"/>
    <p:sldId id="3465" r:id="rId14"/>
    <p:sldId id="3482" r:id="rId15"/>
    <p:sldId id="3489" r:id="rId16"/>
    <p:sldId id="3495" r:id="rId17"/>
    <p:sldId id="3503" r:id="rId18"/>
    <p:sldId id="3460" r:id="rId19"/>
    <p:sldId id="3504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  <p14:sldId id="3477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41818" autoAdjust="0"/>
  </p:normalViewPr>
  <p:slideViewPr>
    <p:cSldViewPr>
      <p:cViewPr>
        <p:scale>
          <a:sx n="100" d="100"/>
          <a:sy n="100" d="100"/>
        </p:scale>
        <p:origin x="726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28009"/>
              </p:ext>
            </p:extLst>
          </p:nvPr>
        </p:nvGraphicFramePr>
        <p:xfrm>
          <a:off x="1115616" y="3645024"/>
          <a:ext cx="151370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37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803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 of 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 Claw / Hermes 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124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124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124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124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12824"/>
              </p:ext>
            </p:extLst>
          </p:nvPr>
        </p:nvGraphicFramePr>
        <p:xfrm>
          <a:off x="6887389" y="4539177"/>
          <a:ext cx="1645051" cy="148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2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Plan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95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38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95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95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453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16531"/>
          </a:xfrm>
          <a:prstGeom prst="rect">
            <a:avLst/>
          </a:prstGeom>
          <a:solidFill>
            <a:schemeClr val="bg1">
              <a:alpha val="4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87625" y="5750283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128" idx="2"/>
          </p:cNvCxnSpPr>
          <p:nvPr/>
        </p:nvCxnSpPr>
        <p:spPr>
          <a:xfrm flipH="1" flipV="1">
            <a:off x="4691459" y="5499501"/>
            <a:ext cx="4378" cy="250782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544338" y="3444184"/>
            <a:ext cx="1381846" cy="1063448"/>
          </a:xfrm>
          <a:prstGeom prst="bentConnector4">
            <a:avLst>
              <a:gd name="adj1" fmla="val -16543"/>
              <a:gd name="adj2" fmla="val 189602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355936" y="4459672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9" idx="2"/>
          </p:cNvCxnSpPr>
          <p:nvPr/>
        </p:nvCxnSpPr>
        <p:spPr>
          <a:xfrm rot="10800000">
            <a:off x="4707046" y="4371497"/>
            <a:ext cx="648890" cy="29533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5085184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1872467" y="3498452"/>
            <a:ext cx="1117030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13232"/>
            <a:ext cx="2201810" cy="52594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54966"/>
            <a:ext cx="764323" cy="712566"/>
          </a:xfrm>
          <a:prstGeom prst="rect">
            <a:avLst/>
          </a:prstGeom>
          <a:solidFill>
            <a:schemeClr val="bg1">
              <a:alpha val="4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55840"/>
              </p:ext>
            </p:extLst>
          </p:nvPr>
        </p:nvGraphicFramePr>
        <p:xfrm>
          <a:off x="3729823" y="1268761"/>
          <a:ext cx="2255758" cy="4876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7002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9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32712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9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9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8686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143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980485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Share Model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3988217" y="2967562"/>
            <a:ext cx="1738969" cy="922876"/>
          </a:xfrm>
          <a:prstGeom prst="wedgeRoundRectCallout">
            <a:avLst>
              <a:gd name="adj1" fmla="val 29350"/>
              <a:gd name="adj2" fmla="val 86638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430778" y="1345076"/>
            <a:ext cx="864096" cy="633965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448637" y="2114666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708920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015438"/>
              </p:ext>
            </p:extLst>
          </p:nvPr>
        </p:nvGraphicFramePr>
        <p:xfrm>
          <a:off x="395316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519" y="325559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1013742" y="1651201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885678" y="1742481"/>
            <a:ext cx="1273653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7434" y="1464326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916136"/>
              </p:ext>
            </p:extLst>
          </p:nvPr>
        </p:nvGraphicFramePr>
        <p:xfrm>
          <a:off x="395316" y="3284984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023888"/>
              </p:ext>
            </p:extLst>
          </p:nvPr>
        </p:nvGraphicFramePr>
        <p:xfrm>
          <a:off x="179512" y="2660440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730295"/>
              </p:ext>
            </p:extLst>
          </p:nvPr>
        </p:nvGraphicFramePr>
        <p:xfrm>
          <a:off x="7092280" y="5163163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086972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119944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763287"/>
              </p:ext>
            </p:extLst>
          </p:nvPr>
        </p:nvGraphicFramePr>
        <p:xfrm>
          <a:off x="6012160" y="2060849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108263"/>
              </p:ext>
            </p:extLst>
          </p:nvPr>
        </p:nvGraphicFramePr>
        <p:xfrm>
          <a:off x="2016630" y="3022065"/>
          <a:ext cx="2195330" cy="6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476175"/>
              </p:ext>
            </p:extLst>
          </p:nvPr>
        </p:nvGraphicFramePr>
        <p:xfrm>
          <a:off x="906443" y="1965966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628800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0363" y="1340768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623539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7308303" y="1216015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pSp>
        <p:nvGrpSpPr>
          <p:cNvPr id="9" name="群組 8">
            <a:extLst>
              <a:ext uri="{FF2B5EF4-FFF2-40B4-BE49-F238E27FC236}">
                <a16:creationId xmlns:a16="http://schemas.microsoft.com/office/drawing/2014/main" id="{EEC83D32-71A6-F0B6-848A-F221442B99BC}"/>
              </a:ext>
            </a:extLst>
          </p:cNvPr>
          <p:cNvGrpSpPr/>
          <p:nvPr/>
        </p:nvGrpSpPr>
        <p:grpSpPr>
          <a:xfrm>
            <a:off x="873775" y="2755997"/>
            <a:ext cx="3137887" cy="2210425"/>
            <a:chOff x="873775" y="2755997"/>
            <a:chExt cx="3137887" cy="2210425"/>
          </a:xfrm>
        </p:grpSpPr>
        <p:sp>
          <p:nvSpPr>
            <p:cNvPr id="4" name="弧形 3">
              <a:extLst>
                <a:ext uri="{FF2B5EF4-FFF2-40B4-BE49-F238E27FC236}">
                  <a16:creationId xmlns:a16="http://schemas.microsoft.com/office/drawing/2014/main" id="{93287DC2-DA04-D695-F422-FDB7BB72DE67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4" name="雲朵形 23">
              <a:extLst>
                <a:ext uri="{FF2B5EF4-FFF2-40B4-BE49-F238E27FC236}">
                  <a16:creationId xmlns:a16="http://schemas.microsoft.com/office/drawing/2014/main" id="{A2450BE4-C96A-0E60-C30C-CAC65E95D7BE}"/>
                </a:ext>
              </a:extLst>
            </p:cNvPr>
            <p:cNvSpPr/>
            <p:nvPr/>
          </p:nvSpPr>
          <p:spPr>
            <a:xfrm>
              <a:off x="873775" y="2755997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85751DDB-B860-1672-0DF1-16AB4FF404FC}"/>
                </a:ext>
              </a:extLst>
            </p:cNvPr>
            <p:cNvSpPr txBox="1"/>
            <p:nvPr/>
          </p:nvSpPr>
          <p:spPr>
            <a:xfrm>
              <a:off x="1799741" y="4291517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739BFD83-E302-63D0-BBF7-C1B75A1332F1}"/>
                </a:ext>
              </a:extLst>
            </p:cNvPr>
            <p:cNvCxnSpPr>
              <a:cxnSpLocks/>
              <a:stCxn id="36" idx="2"/>
              <a:endCxn id="8" idx="0"/>
            </p:cNvCxnSpPr>
            <p:nvPr/>
          </p:nvCxnSpPr>
          <p:spPr>
            <a:xfrm>
              <a:off x="1502483" y="3310240"/>
              <a:ext cx="809578" cy="981277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B47FD78C-1D85-5ACB-D30D-99945D9AA03E}"/>
                </a:ext>
              </a:extLst>
            </p:cNvPr>
            <p:cNvSpPr txBox="1"/>
            <p:nvPr/>
          </p:nvSpPr>
          <p:spPr>
            <a:xfrm>
              <a:off x="2815971" y="3193648"/>
              <a:ext cx="1195691" cy="548640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sz="12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Client AI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Chat robots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LangGraph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, 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Dify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350B296D-38F2-A2B6-139A-924E0DFA5FDB}"/>
                </a:ext>
              </a:extLst>
            </p:cNvPr>
            <p:cNvSpPr txBox="1"/>
            <p:nvPr/>
          </p:nvSpPr>
          <p:spPr>
            <a:xfrm>
              <a:off x="990163" y="2940908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774809" y="3977150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D44ED96-F5BD-4DAB-62C8-7515297EF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623059"/>
              </p:ext>
            </p:extLst>
          </p:nvPr>
        </p:nvGraphicFramePr>
        <p:xfrm>
          <a:off x="4652867" y="972188"/>
          <a:ext cx="3752749" cy="2306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324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xxx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47501F1-9349-ECEE-5E67-16D82872340B}"/>
              </a:ext>
            </a:extLst>
          </p:cNvPr>
          <p:cNvSpPr txBox="1"/>
          <p:nvPr/>
        </p:nvSpPr>
        <p:spPr>
          <a:xfrm>
            <a:off x="213023" y="980728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 err="1"/>
              <a:t>LoRA</a:t>
            </a:r>
            <a:r>
              <a:rPr lang="en-US" altLang="zh-TW" sz="2000" b="1" dirty="0"/>
              <a:t> vs </a:t>
            </a:r>
            <a:r>
              <a:rPr lang="en-US" altLang="zh-TW" sz="2000" b="1" dirty="0" err="1"/>
              <a:t>QLoRA</a:t>
            </a:r>
            <a:r>
              <a:rPr lang="en-US" altLang="zh-TW" sz="2000" b="1" dirty="0"/>
              <a:t>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053"/>
              </p:ext>
            </p:extLst>
          </p:nvPr>
        </p:nvGraphicFramePr>
        <p:xfrm>
          <a:off x="7380312" y="5375161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 err="1">
                <a:solidFill>
                  <a:prstClr val="black"/>
                </a:solidFill>
              </a:rPr>
              <a:t>Ollama</a:t>
            </a:r>
            <a:r>
              <a:rPr lang="en-US" altLang="zh-TW" sz="1600" dirty="0">
                <a:solidFill>
                  <a:prstClr val="black"/>
                </a:solidFill>
              </a:rPr>
              <a:t>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zh-TW" sz="1400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Ollama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7722</Words>
  <Application>Microsoft Office PowerPoint</Application>
  <PresentationFormat>如螢幕大小 (4:3)</PresentationFormat>
  <Paragraphs>895</Paragraphs>
  <Slides>19</Slides>
  <Notes>18</Notes>
  <HiddenSlides>3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0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1658</cp:revision>
  <cp:lastPrinted>2024-07-30T01:44:15Z</cp:lastPrinted>
  <dcterms:created xsi:type="dcterms:W3CDTF">2019-11-08T03:01:47Z</dcterms:created>
  <dcterms:modified xsi:type="dcterms:W3CDTF">2026-07-04T13:36:49Z</dcterms:modified>
</cp:coreProperties>
</file>