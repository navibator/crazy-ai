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3561" r:id="rId2"/>
    <p:sldId id="3560" r:id="rId3"/>
    <p:sldId id="3563" r:id="rId4"/>
    <p:sldId id="3565" r:id="rId5"/>
    <p:sldId id="3566" r:id="rId6"/>
    <p:sldId id="3564" r:id="rId7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900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2.png"/><Relationship Id="rId3" Type="http://schemas.openxmlformats.org/officeDocument/2006/relationships/image" Target="../media/image18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9" Type="http://schemas.openxmlformats.org/officeDocument/2006/relationships/image" Target="../media/image24.png"/><Relationship Id="rId1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335768"/>
              </p:ext>
            </p:extLst>
          </p:nvPr>
        </p:nvGraphicFramePr>
        <p:xfrm>
          <a:off x="1623654" y="2820190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622508" y="4983961"/>
            <a:ext cx="1001262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88879" y="5541506"/>
            <a:ext cx="370910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629822"/>
              </p:ext>
            </p:extLst>
          </p:nvPr>
        </p:nvGraphicFramePr>
        <p:xfrm>
          <a:off x="2612067" y="2844180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774502"/>
              </p:ext>
            </p:extLst>
          </p:nvPr>
        </p:nvGraphicFramePr>
        <p:xfrm>
          <a:off x="4406696" y="2836066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67909"/>
              </p:ext>
            </p:extLst>
          </p:nvPr>
        </p:nvGraphicFramePr>
        <p:xfrm>
          <a:off x="5131117" y="2836067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101292"/>
              </p:ext>
            </p:extLst>
          </p:nvPr>
        </p:nvGraphicFramePr>
        <p:xfrm>
          <a:off x="1917886" y="2836067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327375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0162686"/>
              </p:ext>
            </p:extLst>
          </p:nvPr>
        </p:nvGraphicFramePr>
        <p:xfrm>
          <a:off x="2604277" y="2148906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921544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2012104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311135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368583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874944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74319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961615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82331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965482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410793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379000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24725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50930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34308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2012104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737904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32737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63691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509044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422629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46800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88879" y="6046800"/>
            <a:ext cx="233750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914559" y="572339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88879" y="5860558"/>
            <a:ext cx="233750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541506"/>
            <a:ext cx="452615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914559" y="6035000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914559" y="5404346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46800"/>
            <a:ext cx="452615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127951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A1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427355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h-1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99190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46925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46800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>
            <a:off x="2418520" y="5306328"/>
            <a:ext cx="281269" cy="138896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914484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A0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93417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60558"/>
            <a:ext cx="452615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1115931" y="4584932"/>
            <a:ext cx="1079805" cy="356236"/>
          </a:xfrm>
          <a:prstGeom prst="wedgeRoundRectCallout">
            <a:avLst>
              <a:gd name="adj1" fmla="val 30610"/>
              <a:gd name="adj2" fmla="val 103584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71319" y="2823154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206914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574AAF17-08E3-E85E-4388-3CF2AEDEC8E0}"/>
              </a:ext>
            </a:extLst>
          </p:cNvPr>
          <p:cNvSpPr/>
          <p:nvPr/>
        </p:nvSpPr>
        <p:spPr>
          <a:xfrm>
            <a:off x="6690535" y="2636912"/>
            <a:ext cx="1149613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2051720" y="2636912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67310C-D2BD-50C1-0DF5-2DE588124790}"/>
              </a:ext>
            </a:extLst>
          </p:cNvPr>
          <p:cNvSpPr/>
          <p:nvPr/>
        </p:nvSpPr>
        <p:spPr>
          <a:xfrm>
            <a:off x="2187708" y="1844824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B53FD31-AF1B-6BEF-4852-F8B43919DF72}"/>
              </a:ext>
            </a:extLst>
          </p:cNvPr>
          <p:cNvSpPr/>
          <p:nvPr/>
        </p:nvSpPr>
        <p:spPr>
          <a:xfrm>
            <a:off x="2259716" y="2060848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S1</a:t>
            </a:r>
            <a:r>
              <a:rPr lang="en-US" altLang="zh-TW" sz="1400" b="1" dirty="0">
                <a:solidFill>
                  <a:schemeClr val="accent4"/>
                </a:solidFill>
              </a:rPr>
              <a:t> …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5AACD2-02B2-089A-985C-4736E50E6506}"/>
              </a:ext>
            </a:extLst>
          </p:cNvPr>
          <p:cNvSpPr/>
          <p:nvPr/>
        </p:nvSpPr>
        <p:spPr>
          <a:xfrm>
            <a:off x="2348745" y="235179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6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sz="1600" baseline="-250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t-2</a:t>
            </a:r>
            <a:endParaRPr lang="zh-TW" altLang="en-US" sz="1600" baseline="-250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56414"/>
              </p:ext>
            </p:extLst>
          </p:nvPr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81694"/>
              </p:ext>
            </p:extLst>
          </p:nvPr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8762"/>
              </p:ext>
            </p:extLst>
          </p:nvPr>
        </p:nvGraphicFramePr>
        <p:xfrm>
          <a:off x="4249808" y="271597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7064663" y="2715979"/>
            <a:ext cx="166216" cy="1058435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2862087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691680" y="2636912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12900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3332301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40D287A9-03C6-4D06-1BC0-05ACDEC8393C}"/>
              </a:ext>
            </a:extLst>
          </p:cNvPr>
          <p:cNvSpPr txBox="1"/>
          <p:nvPr/>
        </p:nvSpPr>
        <p:spPr>
          <a:xfrm>
            <a:off x="1691680" y="3462897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691680" y="2060872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EFE9418-3F87-2D63-B3F8-01D5AAD30AD0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6B1EBA75-E148-3682-9C70-FDDE1BB0631D}"/>
                  </a:ext>
                </a:extLst>
              </p:cNvPr>
              <p:cNvSpPr txBox="1"/>
              <p:nvPr/>
            </p:nvSpPr>
            <p:spPr>
              <a:xfrm>
                <a:off x="6884570" y="5566662"/>
                <a:ext cx="19819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4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6B1EBA75-E148-3682-9C70-FDDE1BB06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4570" y="5566662"/>
                <a:ext cx="198196" cy="215444"/>
              </a:xfrm>
              <a:prstGeom prst="rect">
                <a:avLst/>
              </a:prstGeom>
              <a:blipFill>
                <a:blip r:embed="rId3"/>
                <a:stretch>
                  <a:fillRect l="-39394" b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5DFACD63-DEDC-1D38-9AC2-EB4623A47F29}"/>
              </a:ext>
            </a:extLst>
          </p:cNvPr>
          <p:cNvSpPr txBox="1"/>
          <p:nvPr/>
        </p:nvSpPr>
        <p:spPr>
          <a:xfrm>
            <a:off x="2538705" y="5879594"/>
            <a:ext cx="3140283" cy="86177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zh-TW" sz="1400" b="0" dirty="0">
                <a:latin typeface="Cambria Math" panose="02040503050406030204" pitchFamily="18" charset="0"/>
              </a:rPr>
              <a:t>Chunk-wise Parallel:</a:t>
            </a:r>
          </a:p>
          <a:p>
            <a:r>
              <a:rPr lang="en-US" altLang="zh-TW" sz="1400" b="0" dirty="0">
                <a:latin typeface="Cambria Math" panose="02040503050406030204" pitchFamily="18" charset="0"/>
              </a:rPr>
              <a:t>Inter-chunk (RNN) =</a:t>
            </a:r>
            <a:r>
              <a:rPr lang="en-US" altLang="zh-TW" sz="1400" b="0" dirty="0" err="1">
                <a:latin typeface="Cambria Math" panose="02040503050406030204" pitchFamily="18" charset="0"/>
              </a:rPr>
              <a:t>Qchunk</a:t>
            </a:r>
            <a:r>
              <a:rPr lang="en-US" altLang="zh-TW" sz="1400" b="0" dirty="0">
                <a:latin typeface="Cambria Math" panose="02040503050406030204" pitchFamily="18" charset="0"/>
              </a:rPr>
              <a:t>*Hchunki-1 </a:t>
            </a:r>
          </a:p>
          <a:p>
            <a:r>
              <a:rPr lang="en-US" altLang="zh-TW" sz="1400" dirty="0">
                <a:latin typeface="Cambria Math" panose="02040503050406030204" pitchFamily="18" charset="0"/>
              </a:rPr>
              <a:t>Intra-chunk (Attn) = </a:t>
            </a:r>
            <a:endParaRPr lang="en-US" altLang="zh-TW" sz="1400" b="0" dirty="0">
              <a:latin typeface="Cambria Math" panose="02040503050406030204" pitchFamily="18" charset="0"/>
            </a:endParaRPr>
          </a:p>
          <a:p>
            <a:endParaRPr lang="en-US" altLang="zh-TW" sz="1400" b="0" dirty="0">
              <a:latin typeface="Cambria Math" panose="02040503050406030204" pitchFamily="18" charset="0"/>
            </a:endParaRP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606531" y="2125325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259632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259632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259632" y="2704562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267583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6354269" y="2715979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249808" y="2404839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42713DA-7718-B9DA-96B5-42EA64DFB71B}"/>
              </a:ext>
            </a:extLst>
          </p:cNvPr>
          <p:cNvSpPr txBox="1"/>
          <p:nvPr/>
        </p:nvSpPr>
        <p:spPr>
          <a:xfrm>
            <a:off x="3906361" y="2710920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FCAF6467-2F0E-D1E8-7E85-826D0F5CC394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0693200"/>
              </p:ext>
            </p:extLst>
          </p:nvPr>
        </p:nvGraphicFramePr>
        <p:xfrm>
          <a:off x="2608707" y="2707614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6" name="文字方塊 45">
            <a:extLst>
              <a:ext uri="{FF2B5EF4-FFF2-40B4-BE49-F238E27FC236}">
                <a16:creationId xmlns:a16="http://schemas.microsoft.com/office/drawing/2014/main" id="{88AA8C60-28F6-FB6E-FAB0-EE23F52E1516}"/>
              </a:ext>
            </a:extLst>
          </p:cNvPr>
          <p:cNvSpPr txBox="1"/>
          <p:nvPr/>
        </p:nvSpPr>
        <p:spPr>
          <a:xfrm>
            <a:off x="2190562" y="3125920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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2C0D4A3-0879-169C-DC6D-4E54480E7AA0}"/>
              </a:ext>
            </a:extLst>
          </p:cNvPr>
          <p:cNvSpPr txBox="1"/>
          <p:nvPr/>
        </p:nvSpPr>
        <p:spPr>
          <a:xfrm>
            <a:off x="6744663" y="3125921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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B7B82DBD-0881-07B9-D7CA-48786D49930D}"/>
              </a:ext>
            </a:extLst>
          </p:cNvPr>
          <p:cNvSpPr txBox="1"/>
          <p:nvPr/>
        </p:nvSpPr>
        <p:spPr>
          <a:xfrm>
            <a:off x="7895885" y="5859601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3012944" y="3080827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FB84645-D6AC-4D86-A2E9-191DED146696}"/>
              </a:ext>
            </a:extLst>
          </p:cNvPr>
          <p:cNvSpPr txBox="1"/>
          <p:nvPr/>
        </p:nvSpPr>
        <p:spPr>
          <a:xfrm>
            <a:off x="2464691" y="3118872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4C7011C-9573-98B5-6E4F-C4A09925CFE7}"/>
              </a:ext>
            </a:extLst>
          </p:cNvPr>
          <p:cNvSpPr txBox="1"/>
          <p:nvPr/>
        </p:nvSpPr>
        <p:spPr>
          <a:xfrm>
            <a:off x="3707904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AE370-2446-F8F9-549F-3C81FCC7B84E}"/>
              </a:ext>
            </a:extLst>
          </p:cNvPr>
          <p:cNvSpPr txBox="1"/>
          <p:nvPr/>
        </p:nvSpPr>
        <p:spPr>
          <a:xfrm>
            <a:off x="4630688" y="218881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ED27DA7F-4E5D-B42E-2066-0C3821411A8A}"/>
              </a:ext>
            </a:extLst>
          </p:cNvPr>
          <p:cNvGrpSpPr/>
          <p:nvPr/>
        </p:nvGrpSpPr>
        <p:grpSpPr>
          <a:xfrm>
            <a:off x="2869925" y="1627397"/>
            <a:ext cx="1018303" cy="1129282"/>
            <a:chOff x="3109697" y="1617872"/>
            <a:chExt cx="1018303" cy="1129282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DB3D77F9-695C-C37F-EB7A-CBB3C456A48D}"/>
                </a:ext>
              </a:extLst>
            </p:cNvPr>
            <p:cNvSpPr/>
            <p:nvPr/>
          </p:nvSpPr>
          <p:spPr>
            <a:xfrm rot="10800000">
              <a:off x="3358741" y="1988840"/>
              <a:ext cx="493177" cy="758314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4CED117B-8B33-FB63-CC39-51CD6273DB4F}"/>
                </a:ext>
              </a:extLst>
            </p:cNvPr>
            <p:cNvSpPr txBox="1"/>
            <p:nvPr/>
          </p:nvSpPr>
          <p:spPr>
            <a:xfrm>
              <a:off x="3109697" y="1617872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0CC66E9-7DA2-0873-0BFA-38B0B8634B1F}"/>
              </a:ext>
            </a:extLst>
          </p:cNvPr>
          <p:cNvSpPr txBox="1"/>
          <p:nvPr/>
        </p:nvSpPr>
        <p:spPr>
          <a:xfrm>
            <a:off x="5364088" y="311057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F616811-87A6-A193-5455-6DE665C9DBA7}"/>
              </a:ext>
            </a:extLst>
          </p:cNvPr>
          <p:cNvSpPr txBox="1"/>
          <p:nvPr/>
        </p:nvSpPr>
        <p:spPr>
          <a:xfrm>
            <a:off x="6206969" y="5317414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3851920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E71C0DD-090D-0C5D-8B29-5F1008F2BE52}"/>
              </a:ext>
            </a:extLst>
          </p:cNvPr>
          <p:cNvSpPr txBox="1"/>
          <p:nvPr/>
        </p:nvSpPr>
        <p:spPr>
          <a:xfrm>
            <a:off x="6299431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4B91F377-18D9-5791-17BE-B09E92872A85}"/>
              </a:ext>
            </a:extLst>
          </p:cNvPr>
          <p:cNvSpPr txBox="1"/>
          <p:nvPr/>
        </p:nvSpPr>
        <p:spPr>
          <a:xfrm>
            <a:off x="6142932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ED4306E-4437-F861-2472-666AB03DE50D}"/>
              </a:ext>
            </a:extLst>
          </p:cNvPr>
          <p:cNvSpPr txBox="1"/>
          <p:nvPr/>
        </p:nvSpPr>
        <p:spPr>
          <a:xfrm>
            <a:off x="7010747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1F68BF-C9C7-FBE1-E39B-D7D61EAE2F38}"/>
              </a:ext>
            </a:extLst>
          </p:cNvPr>
          <p:cNvSpPr/>
          <p:nvPr/>
        </p:nvSpPr>
        <p:spPr>
          <a:xfrm>
            <a:off x="5580112" y="2986385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2853EBE-75AA-D759-1348-75BC5C0A9161}"/>
              </a:ext>
            </a:extLst>
          </p:cNvPr>
          <p:cNvSpPr txBox="1"/>
          <p:nvPr/>
        </p:nvSpPr>
        <p:spPr>
          <a:xfrm>
            <a:off x="5729741" y="308082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F02CB56F-B943-37D7-491F-290799C4EB90}"/>
              </a:ext>
            </a:extLst>
          </p:cNvPr>
          <p:cNvSpPr txBox="1"/>
          <p:nvPr/>
        </p:nvSpPr>
        <p:spPr>
          <a:xfrm>
            <a:off x="6516216" y="3118872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D6AF6EB-46DF-2AAB-9802-B1F91980105E}"/>
              </a:ext>
            </a:extLst>
          </p:cNvPr>
          <p:cNvSpPr txBox="1"/>
          <p:nvPr/>
        </p:nvSpPr>
        <p:spPr>
          <a:xfrm>
            <a:off x="587996" y="302274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C1510520-6BE4-F0DE-D2F1-390E687D1215}"/>
              </a:ext>
            </a:extLst>
          </p:cNvPr>
          <p:cNvSpPr/>
          <p:nvPr/>
        </p:nvSpPr>
        <p:spPr>
          <a:xfrm>
            <a:off x="3468239" y="4638385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b="1" dirty="0">
                <a:solidFill>
                  <a:schemeClr val="accent4"/>
                </a:solidFill>
              </a:rPr>
              <a:t>H</a:t>
            </a:r>
            <a:r>
              <a:rPr lang="en-US" altLang="zh-TW" b="1" baseline="-25000" dirty="0">
                <a:solidFill>
                  <a:schemeClr val="accent4"/>
                </a:solidFill>
              </a:rPr>
              <a:t>i+1 </a:t>
            </a:r>
            <a:endParaRPr lang="zh-TW" altLang="en-US" b="1" baseline="-25000" dirty="0">
              <a:solidFill>
                <a:schemeClr val="accent4"/>
              </a:solidFill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2720B544-1ADE-8344-0687-97A43A385634}"/>
              </a:ext>
            </a:extLst>
          </p:cNvPr>
          <p:cNvSpPr txBox="1"/>
          <p:nvPr/>
        </p:nvSpPr>
        <p:spPr>
          <a:xfrm>
            <a:off x="216322" y="3754028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BDEA65CA-2B77-AAAD-7AA4-F4B8E56914C8}"/>
              </a:ext>
            </a:extLst>
          </p:cNvPr>
          <p:cNvSpPr txBox="1"/>
          <p:nvPr/>
        </p:nvSpPr>
        <p:spPr>
          <a:xfrm>
            <a:off x="784363" y="3755098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6B30739F-019F-610D-D34A-BD648B573F15}"/>
              </a:ext>
            </a:extLst>
          </p:cNvPr>
          <p:cNvSpPr txBox="1"/>
          <p:nvPr/>
        </p:nvSpPr>
        <p:spPr>
          <a:xfrm>
            <a:off x="496094" y="3755099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0D17890E-809D-3875-8968-831F10AFE729}"/>
              </a:ext>
            </a:extLst>
          </p:cNvPr>
          <p:cNvGrpSpPr/>
          <p:nvPr/>
        </p:nvGrpSpPr>
        <p:grpSpPr>
          <a:xfrm>
            <a:off x="324312" y="4889552"/>
            <a:ext cx="1080517" cy="1155918"/>
            <a:chOff x="1123256" y="4497831"/>
            <a:chExt cx="1080517" cy="1155918"/>
          </a:xfrm>
        </p:grpSpPr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ED7E2B53-B154-CA41-C74C-B6282BF897B8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576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4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4DD65946-B754-F6A4-5DEB-F28E79D35922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D558317D-2332-862A-666F-A658BC20E743}"/>
                </a:ext>
              </a:extLst>
            </p:cNvPr>
            <p:cNvSpPr/>
            <p:nvPr/>
          </p:nvSpPr>
          <p:spPr>
            <a:xfrm>
              <a:off x="1541903" y="4923700"/>
              <a:ext cx="653833" cy="264194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2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2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2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 err="1">
                  <a:solidFill>
                    <a:schemeClr val="accent2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2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DDCE3A10-FC64-9B58-15BC-E7BA8685D485}"/>
                </a:ext>
              </a:extLst>
            </p:cNvPr>
            <p:cNvSpPr txBox="1"/>
            <p:nvPr/>
          </p:nvSpPr>
          <p:spPr>
            <a:xfrm>
              <a:off x="1734338" y="4842067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c*d</a:t>
              </a:r>
              <a:endParaRPr lang="zh-TW" altLang="en-US" sz="1200" b="1" dirty="0">
                <a:solidFill>
                  <a:schemeClr val="accent2"/>
                </a:solidFill>
              </a:endParaRPr>
            </a:p>
          </p:txBody>
        </p:sp>
        <p:sp>
          <p:nvSpPr>
            <p:cNvPr id="8" name="左大括弧 7">
              <a:extLst>
                <a:ext uri="{FF2B5EF4-FFF2-40B4-BE49-F238E27FC236}">
                  <a16:creationId xmlns:a16="http://schemas.microsoft.com/office/drawing/2014/main" id="{CBE968E1-4176-CCA9-1832-C97444F218C0}"/>
                </a:ext>
              </a:extLst>
            </p:cNvPr>
            <p:cNvSpPr/>
            <p:nvPr/>
          </p:nvSpPr>
          <p:spPr>
            <a:xfrm>
              <a:off x="1340729" y="4954441"/>
              <a:ext cx="151672" cy="196618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419F6FF3-400C-781D-6EFF-FBB393ECBCD1}"/>
                </a:ext>
              </a:extLst>
            </p:cNvPr>
            <p:cNvSpPr txBox="1"/>
            <p:nvPr/>
          </p:nvSpPr>
          <p:spPr>
            <a:xfrm>
              <a:off x="1123256" y="4973877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c</a:t>
              </a:r>
              <a:endParaRPr lang="zh-TW" altLang="en-US" sz="12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4E24F3C-7383-0E73-B49E-056F8667235B}"/>
              </a:ext>
            </a:extLst>
          </p:cNvPr>
          <p:cNvSpPr txBox="1"/>
          <p:nvPr/>
        </p:nvSpPr>
        <p:spPr>
          <a:xfrm>
            <a:off x="784363" y="5642633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D4CF599F-7BA3-DD2E-6B61-DA3CF692686D}"/>
              </a:ext>
            </a:extLst>
          </p:cNvPr>
          <p:cNvSpPr/>
          <p:nvPr/>
        </p:nvSpPr>
        <p:spPr>
          <a:xfrm rot="5400000">
            <a:off x="6017552" y="2210257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3278F48-015A-FBB9-486E-E61D3F359B8B}"/>
              </a:ext>
            </a:extLst>
          </p:cNvPr>
          <p:cNvSpPr/>
          <p:nvPr/>
        </p:nvSpPr>
        <p:spPr>
          <a:xfrm>
            <a:off x="7466032" y="301913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83BF8D9-C46E-EDAD-9917-7CDA8B01D372}"/>
              </a:ext>
            </a:extLst>
          </p:cNvPr>
          <p:cNvSpPr txBox="1"/>
          <p:nvPr/>
        </p:nvSpPr>
        <p:spPr>
          <a:xfrm>
            <a:off x="7221604" y="3313559"/>
            <a:ext cx="221703" cy="224106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F7D632E7-B637-5716-7870-69FF45BDC6B4}"/>
              </a:ext>
            </a:extLst>
          </p:cNvPr>
          <p:cNvSpPr txBox="1"/>
          <p:nvPr/>
        </p:nvSpPr>
        <p:spPr>
          <a:xfrm>
            <a:off x="6732240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15A7CD0-FF5B-A6A4-3921-B153DCC92F47}"/>
              </a:ext>
            </a:extLst>
          </p:cNvPr>
          <p:cNvSpPr/>
          <p:nvPr/>
        </p:nvSpPr>
        <p:spPr>
          <a:xfrm>
            <a:off x="7433782" y="3382130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01CB805E-09AF-7F2F-493E-7446C07FC8F7}"/>
              </a:ext>
            </a:extLst>
          </p:cNvPr>
          <p:cNvSpPr/>
          <p:nvPr/>
        </p:nvSpPr>
        <p:spPr>
          <a:xfrm>
            <a:off x="7929698" y="3028822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151AC1-6C17-F335-192B-2035423C282F}"/>
              </a:ext>
            </a:extLst>
          </p:cNvPr>
          <p:cNvSpPr/>
          <p:nvPr/>
        </p:nvSpPr>
        <p:spPr>
          <a:xfrm>
            <a:off x="8604448" y="2512936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BC648232-1BFD-98BC-8131-A17F45D0A5FE}"/>
              </a:ext>
            </a:extLst>
          </p:cNvPr>
          <p:cNvSpPr txBox="1"/>
          <p:nvPr/>
        </p:nvSpPr>
        <p:spPr>
          <a:xfrm>
            <a:off x="8452577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9A39323-DC75-773F-C973-F1D568AA2C20}"/>
              </a:ext>
            </a:extLst>
          </p:cNvPr>
          <p:cNvSpPr txBox="1"/>
          <p:nvPr/>
        </p:nvSpPr>
        <p:spPr>
          <a:xfrm>
            <a:off x="8639211" y="243588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AFD61BA-F63B-E589-9534-8B42A7DD896B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48854" y="2117062"/>
            <a:ext cx="128170" cy="1069664"/>
          </a:xfrm>
          <a:prstGeom prst="curvedConnector3">
            <a:avLst>
              <a:gd name="adj1" fmla="val -116214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97BD2BE8-49E6-3CA9-1409-65F8EEAB8785}"/>
              </a:ext>
            </a:extLst>
          </p:cNvPr>
          <p:cNvSpPr txBox="1"/>
          <p:nvPr/>
        </p:nvSpPr>
        <p:spPr>
          <a:xfrm>
            <a:off x="5724128" y="278960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8FB0B030-47E7-E02B-27F4-5674E5F085B8}"/>
              </a:ext>
            </a:extLst>
          </p:cNvPr>
          <p:cNvSpPr txBox="1"/>
          <p:nvPr/>
        </p:nvSpPr>
        <p:spPr>
          <a:xfrm>
            <a:off x="7447291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5C26082-1DCC-69F2-393B-F249260C9727}"/>
              </a:ext>
            </a:extLst>
          </p:cNvPr>
          <p:cNvSpPr txBox="1"/>
          <p:nvPr/>
        </p:nvSpPr>
        <p:spPr>
          <a:xfrm>
            <a:off x="5364088" y="1873642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E86E3C5C-8996-AEA0-1053-892AE6ECC2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D745DF39-7E09-05BD-A97A-E468243E724E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/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sub>
                    </m:sSub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TW" sz="12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blipFill>
                <a:blip r:embed="rId3"/>
                <a:stretch>
                  <a:fillRect l="-4348" t="-9449" r="-978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矩形 47">
            <a:extLst>
              <a:ext uri="{FF2B5EF4-FFF2-40B4-BE49-F238E27FC236}">
                <a16:creationId xmlns:a16="http://schemas.microsoft.com/office/drawing/2014/main" id="{53738325-0B54-231E-E74D-B3F86F7A3B6F}"/>
              </a:ext>
            </a:extLst>
          </p:cNvPr>
          <p:cNvSpPr/>
          <p:nvPr/>
        </p:nvSpPr>
        <p:spPr>
          <a:xfrm>
            <a:off x="4483107" y="283890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/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blipFill>
                <a:blip r:embed="rId5"/>
                <a:stretch>
                  <a:fillRect l="-2302" t="-152941" r="-512" b="-22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/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blipFill>
                <a:blip r:embed="rId6"/>
                <a:stretch>
                  <a:fillRect l="-1395" t="-128947" b="-19736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群組 15">
            <a:extLst>
              <a:ext uri="{FF2B5EF4-FFF2-40B4-BE49-F238E27FC236}">
                <a16:creationId xmlns:a16="http://schemas.microsoft.com/office/drawing/2014/main" id="{2015DB44-9A01-49F0-904E-7442EE3F5734}"/>
              </a:ext>
            </a:extLst>
          </p:cNvPr>
          <p:cNvGrpSpPr/>
          <p:nvPr/>
        </p:nvGrpSpPr>
        <p:grpSpPr>
          <a:xfrm>
            <a:off x="4502131" y="3114334"/>
            <a:ext cx="4219379" cy="2119880"/>
            <a:chOff x="92667" y="1607972"/>
            <a:chExt cx="3923392" cy="21198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/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limUpp>
                        <m:limUppPr>
                          <m:ctrl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1200" b="0" i="1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dxd</m:t>
                          </m:r>
                        </m:lim>
                      </m:limUp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b="0" i="0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b="0" i="1" dirty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ts val="1000"/>
                    </a:lnSpc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>
                          <a:lumMod val="65000"/>
                        </a:schemeClr>
                      </a:solidFill>
                      <a:effectLst/>
                      <a:uLnTx/>
                      <a:uFillTx/>
                      <a:latin typeface="Calibri"/>
                      <a:ea typeface="新細明體" panose="02020500000000000000" pitchFamily="18" charset="-120"/>
                      <a:cs typeface="+mn-cs"/>
                    </a:rPr>
                    <a:t> … </a:t>
                  </a:r>
                  <a:r>
                    <a:rPr lang="zh-TW" altLang="en-US" sz="1200" dirty="0">
                      <a:solidFill>
                        <a:schemeClr val="bg1">
                          <a:lumMod val="65000"/>
                        </a:schemeClr>
                      </a:solidFill>
                      <a:sym typeface="Wingdings" panose="05000000000000000000" pitchFamily="2" charset="2"/>
                    </a:rPr>
                    <a:t> 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blipFill>
                  <a:blip r:embed="rId8"/>
                  <a:stretch>
                    <a:fillRect l="-1608" t="-7576"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/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sSub>
                          <m:sSub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QK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a:rPr lang="el-GR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𝚪</m:t>
                            </m:r>
                          </m:e>
                        </m:d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blipFill>
                  <a:blip r:embed="rId10"/>
                  <a:stretch>
                    <a:fillRect l="-2632" b="-22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" name="矩形 41">
            <a:extLst>
              <a:ext uri="{FF2B5EF4-FFF2-40B4-BE49-F238E27FC236}">
                <a16:creationId xmlns:a16="http://schemas.microsoft.com/office/drawing/2014/main" id="{7BB58FC8-2AE0-E996-2872-D8CF5B30E2C9}"/>
              </a:ext>
            </a:extLst>
          </p:cNvPr>
          <p:cNvSpPr/>
          <p:nvPr/>
        </p:nvSpPr>
        <p:spPr>
          <a:xfrm>
            <a:off x="4470216" y="108910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Linear Attention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/>
              <p:nvPr/>
            </p:nvSpPr>
            <p:spPr>
              <a:xfrm>
                <a:off x="287524" y="6237312"/>
                <a:ext cx="2828080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24" y="6237312"/>
                <a:ext cx="2828080" cy="504056"/>
              </a:xfrm>
              <a:prstGeom prst="rect">
                <a:avLst/>
              </a:prstGeom>
              <a:blipFill>
                <a:blip r:embed="rId12"/>
                <a:stretch>
                  <a:fillRect l="-1940" t="-60241" b="-3494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2E0126CD-C3E3-1EA8-1F9C-A54B7CFE201E}"/>
              </a:ext>
            </a:extLst>
          </p:cNvPr>
          <p:cNvSpPr/>
          <p:nvPr/>
        </p:nvSpPr>
        <p:spPr>
          <a:xfrm>
            <a:off x="4483107" y="540457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/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blipFill>
                <a:blip r:embed="rId13"/>
                <a:stretch>
                  <a:fillRect l="-1331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63B74FCF-AF97-DC5E-D9B0-234CBF97545B}"/>
              </a:ext>
            </a:extLst>
          </p:cNvPr>
          <p:cNvSpPr/>
          <p:nvPr/>
        </p:nvSpPr>
        <p:spPr>
          <a:xfrm>
            <a:off x="125220" y="3884119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/>
              <p:nvPr/>
            </p:nvSpPr>
            <p:spPr>
              <a:xfrm>
                <a:off x="179512" y="4062633"/>
                <a:ext cx="3096343" cy="11357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 </a:t>
                </a:r>
              </a:p>
              <a:p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12" y="4062633"/>
                <a:ext cx="3096343" cy="1135760"/>
              </a:xfrm>
              <a:prstGeom prst="rect">
                <a:avLst/>
              </a:prstGeom>
              <a:blipFill>
                <a:blip r:embed="rId14"/>
                <a:stretch>
                  <a:fillRect l="-1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43024795-1B49-F8CA-DC9C-E923FF81172F}"/>
              </a:ext>
            </a:extLst>
          </p:cNvPr>
          <p:cNvSpPr/>
          <p:nvPr/>
        </p:nvSpPr>
        <p:spPr>
          <a:xfrm>
            <a:off x="4922947" y="1061573"/>
            <a:ext cx="1440159" cy="645227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9050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4E7BBFC-ABD4-06EA-EEC5-DAB46D96FABB}"/>
              </a:ext>
            </a:extLst>
          </p:cNvPr>
          <p:cNvGraphicFramePr>
            <a:graphicFrameLocks noGrp="1"/>
          </p:cNvGraphicFramePr>
          <p:nvPr/>
        </p:nvGraphicFramePr>
        <p:xfrm>
          <a:off x="2182414" y="3977936"/>
          <a:ext cx="183458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7B9A54F6-4FD0-79AA-6542-250A5B5C6871}"/>
              </a:ext>
            </a:extLst>
          </p:cNvPr>
          <p:cNvGraphicFramePr>
            <a:graphicFrameLocks noGrp="1"/>
          </p:cNvGraphicFramePr>
          <p:nvPr/>
        </p:nvGraphicFramePr>
        <p:xfrm>
          <a:off x="4402887" y="3977936"/>
          <a:ext cx="181523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D8A6B19F-45EB-4B34-F3E8-35CF70DA554C}"/>
              </a:ext>
            </a:extLst>
          </p:cNvPr>
          <p:cNvGraphicFramePr>
            <a:graphicFrameLocks noGrp="1"/>
          </p:cNvGraphicFramePr>
          <p:nvPr/>
        </p:nvGraphicFramePr>
        <p:xfrm>
          <a:off x="628166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63B0DAA5-179D-B064-F537-182C02D502C2}"/>
              </a:ext>
            </a:extLst>
          </p:cNvPr>
          <p:cNvGraphicFramePr>
            <a:graphicFrameLocks noGrp="1"/>
          </p:cNvGraphicFramePr>
          <p:nvPr/>
        </p:nvGraphicFramePr>
        <p:xfrm>
          <a:off x="1418853" y="3977936"/>
          <a:ext cx="65393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7B6B8DC2-6967-3428-B12D-53213CB5B5E1}"/>
              </a:ext>
            </a:extLst>
          </p:cNvPr>
          <p:cNvSpPr txBox="1"/>
          <p:nvPr/>
        </p:nvSpPr>
        <p:spPr>
          <a:xfrm>
            <a:off x="5564866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FB4F86A-E845-94F8-1095-9B76D1991D30}"/>
              </a:ext>
            </a:extLst>
          </p:cNvPr>
          <p:cNvSpPr txBox="1"/>
          <p:nvPr/>
        </p:nvSpPr>
        <p:spPr>
          <a:xfrm>
            <a:off x="6487820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59F2D407-5119-5106-0DF4-A127104612CA}"/>
              </a:ext>
            </a:extLst>
          </p:cNvPr>
          <p:cNvGraphicFramePr>
            <a:graphicFrameLocks noGrp="1"/>
          </p:cNvGraphicFramePr>
          <p:nvPr/>
        </p:nvGraphicFramePr>
        <p:xfrm>
          <a:off x="729894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D27E4714-6025-F09E-44AE-4599E40CEF9E}"/>
              </a:ext>
            </a:extLst>
          </p:cNvPr>
          <p:cNvSpPr txBox="1"/>
          <p:nvPr/>
        </p:nvSpPr>
        <p:spPr>
          <a:xfrm>
            <a:off x="7236106" y="3594533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D92E0363-864D-D47A-CA86-8BE61A99F8C8}"/>
              </a:ext>
            </a:extLst>
          </p:cNvPr>
          <p:cNvSpPr txBox="1"/>
          <p:nvPr/>
        </p:nvSpPr>
        <p:spPr>
          <a:xfrm>
            <a:off x="7071668" y="4595021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000" b="0" dirty="0">
                <a:solidFill>
                  <a:schemeClr val="tx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b="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8F5B20E6-07D2-7A85-8C2F-7B28AABD8E53}"/>
              </a:ext>
            </a:extLst>
          </p:cNvPr>
          <p:cNvSpPr/>
          <p:nvPr/>
        </p:nvSpPr>
        <p:spPr>
          <a:xfrm>
            <a:off x="1361337" y="2918915"/>
            <a:ext cx="2708436" cy="263045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5D7BCD32-3F7E-BC50-E4A9-A6C932E0433B}"/>
              </a:ext>
            </a:extLst>
          </p:cNvPr>
          <p:cNvGraphicFramePr>
            <a:graphicFrameLocks noGrp="1"/>
          </p:cNvGraphicFramePr>
          <p:nvPr/>
        </p:nvGraphicFramePr>
        <p:xfrm>
          <a:off x="2182413" y="3173101"/>
          <a:ext cx="807240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0E6E438E-1757-F601-6A1C-AB92EA40F62B}"/>
              </a:ext>
            </a:extLst>
          </p:cNvPr>
          <p:cNvSpPr txBox="1"/>
          <p:nvPr/>
        </p:nvSpPr>
        <p:spPr>
          <a:xfrm>
            <a:off x="1557145" y="3636763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8F9A414C-F460-2777-2926-ADAFA659E7CF}"/>
              </a:ext>
            </a:extLst>
          </p:cNvPr>
          <p:cNvSpPr txBox="1"/>
          <p:nvPr/>
        </p:nvSpPr>
        <p:spPr>
          <a:xfrm>
            <a:off x="2427914" y="287177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F8B39949-5A19-0185-2B92-D7AAC4962835}"/>
              </a:ext>
            </a:extLst>
          </p:cNvPr>
          <p:cNvSpPr txBox="1"/>
          <p:nvPr/>
        </p:nvSpPr>
        <p:spPr>
          <a:xfrm>
            <a:off x="3368927" y="3594533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D4F096A-16D2-262F-8303-30FE8C655B84}"/>
              </a:ext>
            </a:extLst>
          </p:cNvPr>
          <p:cNvGraphicFramePr>
            <a:graphicFrameLocks noGrp="1"/>
          </p:cNvGraphicFramePr>
          <p:nvPr/>
        </p:nvGraphicFramePr>
        <p:xfrm>
          <a:off x="4147140" y="3965711"/>
          <a:ext cx="211368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279AF4D-44E9-E876-92DE-614C6F1A73EC}"/>
                  </a:ext>
                </a:extLst>
              </p:cNvPr>
              <p:cNvSpPr txBox="1"/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/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blipFill>
                <a:blip r:embed="rId3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圓角 6">
            <a:extLst>
              <a:ext uri="{FF2B5EF4-FFF2-40B4-BE49-F238E27FC236}">
                <a16:creationId xmlns:a16="http://schemas.microsoft.com/office/drawing/2014/main" id="{0E24D931-E60A-7A9B-6439-31E9EC464C68}"/>
              </a:ext>
            </a:extLst>
          </p:cNvPr>
          <p:cNvSpPr/>
          <p:nvPr/>
        </p:nvSpPr>
        <p:spPr>
          <a:xfrm>
            <a:off x="5912276" y="1168084"/>
            <a:ext cx="378823" cy="4572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lang="zh-TW" altLang="en-US" sz="1200" dirty="0">
              <a:solidFill>
                <a:schemeClr val="accent3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F97508-AFF7-3FC8-0E03-71E4BE4AAAF7}"/>
              </a:ext>
            </a:extLst>
          </p:cNvPr>
          <p:cNvSpPr/>
          <p:nvPr/>
        </p:nvSpPr>
        <p:spPr>
          <a:xfrm>
            <a:off x="4496619" y="116953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CCF9EFD0-116F-968F-16BC-59AC0DFA61C2}"/>
              </a:ext>
            </a:extLst>
          </p:cNvPr>
          <p:cNvSpPr/>
          <p:nvPr/>
        </p:nvSpPr>
        <p:spPr>
          <a:xfrm rot="16200000">
            <a:off x="4711802" y="1296302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85724FC-6B8C-F3BE-F37B-69006A03B145}"/>
              </a:ext>
            </a:extLst>
          </p:cNvPr>
          <p:cNvSpPr txBox="1"/>
          <p:nvPr/>
        </p:nvSpPr>
        <p:spPr>
          <a:xfrm>
            <a:off x="4755700" y="1786998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Transformer</a:t>
            </a: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92C14780-BC77-0AE7-0EE5-C78E7809E8E1}"/>
              </a:ext>
            </a:extLst>
          </p:cNvPr>
          <p:cNvGrpSpPr/>
          <p:nvPr/>
        </p:nvGrpSpPr>
        <p:grpSpPr>
          <a:xfrm>
            <a:off x="251520" y="3048749"/>
            <a:ext cx="1066099" cy="628408"/>
            <a:chOff x="121525" y="3016616"/>
            <a:chExt cx="1066099" cy="628408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38F16335-DDBA-6D42-427C-FB84A5BBB7BC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q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84A2FE4F-885D-5C78-B8FE-D01E2AAAF5DD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FF4213BA-5F14-2632-D69F-C1A9CB345F6F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7EDD716-54DA-9401-7DC0-9870ABE4CDCB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25E9CE2F-C392-C326-4507-175CBBEE3A7A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FCACF03F-C9D7-A60B-F9C3-3A940126DF5D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EAACD624-83C6-8560-EB01-D60F2A19BC5E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343CE93A-F327-5EFA-EFCA-5BAF9B822C46}"/>
              </a:ext>
            </a:extLst>
          </p:cNvPr>
          <p:cNvGrpSpPr/>
          <p:nvPr/>
        </p:nvGrpSpPr>
        <p:grpSpPr>
          <a:xfrm>
            <a:off x="1187624" y="1732941"/>
            <a:ext cx="1066099" cy="638586"/>
            <a:chOff x="1091459" y="1303398"/>
            <a:chExt cx="1066099" cy="63858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0DA5F31-3E92-282F-C705-CC9542B06DFB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k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F94E9D5C-95CB-7223-C775-BC7A9BD24924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39CE8C12-41FB-C468-9B1B-22186AB922CC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D26A41CD-E9EC-1E34-3327-7355F8730879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908C5C76-1AE3-4003-BADF-78FA826F6D98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E93FE445-1A11-33CD-506F-D0722BDE1109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8DC1E639-4799-AF02-7456-B780926BF935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FD76CD48-2953-8536-DA51-7EA162BEE0FC}"/>
              </a:ext>
            </a:extLst>
          </p:cNvPr>
          <p:cNvCxnSpPr>
            <a:cxnSpLocks/>
            <a:stCxn id="43" idx="3"/>
            <a:endCxn id="17" idx="0"/>
          </p:cNvCxnSpPr>
          <p:nvPr/>
        </p:nvCxnSpPr>
        <p:spPr>
          <a:xfrm>
            <a:off x="2219893" y="2143017"/>
            <a:ext cx="366140" cy="237996"/>
          </a:xfrm>
          <a:prstGeom prst="bentConnector2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AFFAEDA9-D3DD-13EC-98BD-838C50AF3ECE}"/>
              </a:ext>
            </a:extLst>
          </p:cNvPr>
          <p:cNvGrpSpPr/>
          <p:nvPr/>
        </p:nvGrpSpPr>
        <p:grpSpPr>
          <a:xfrm>
            <a:off x="4572000" y="2996866"/>
            <a:ext cx="1026360" cy="636377"/>
            <a:chOff x="4739871" y="2964733"/>
            <a:chExt cx="1026360" cy="636377"/>
          </a:xfrm>
        </p:grpSpPr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82D3F6B-5D5E-F0D0-C150-CFE726891CF4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AB74863-AFFD-679D-79F0-6E94F868CC39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1711B63-1351-3EA0-841F-5494FD8B4196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v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E86CD439-6E7E-3A13-28C9-41FAB9AD8EF5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6CAB1D5-711A-1B92-3854-31167D7A6BA4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6696E25-0D5C-DA18-B81D-342ACF5CC292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75A8A48B-5129-B12B-B550-6F9BF06C7C5D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sp>
        <p:nvSpPr>
          <p:cNvPr id="90" name="左中括弧 89">
            <a:extLst>
              <a:ext uri="{FF2B5EF4-FFF2-40B4-BE49-F238E27FC236}">
                <a16:creationId xmlns:a16="http://schemas.microsoft.com/office/drawing/2014/main" id="{C16B346B-5583-255B-F94C-E43535D6770D}"/>
              </a:ext>
            </a:extLst>
          </p:cNvPr>
          <p:cNvSpPr/>
          <p:nvPr/>
        </p:nvSpPr>
        <p:spPr>
          <a:xfrm rot="16200000" flipH="1">
            <a:off x="5219676" y="-446536"/>
            <a:ext cx="98278" cy="4994029"/>
          </a:xfrm>
          <a:prstGeom prst="leftBracket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E5BE4C2C-472D-C6E9-4122-FF74F1260747}"/>
              </a:ext>
            </a:extLst>
          </p:cNvPr>
          <p:cNvCxnSpPr>
            <a:cxnSpLocks/>
            <a:stCxn id="34" idx="3"/>
            <a:endCxn id="36" idx="0"/>
          </p:cNvCxnSpPr>
          <p:nvPr/>
        </p:nvCxnSpPr>
        <p:spPr>
          <a:xfrm>
            <a:off x="1284475" y="3448557"/>
            <a:ext cx="430789" cy="188206"/>
          </a:xfrm>
          <a:prstGeom prst="bentConnector2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8547364E-1A75-0B2D-5C8E-C7FE92DFEA22}"/>
              </a:ext>
            </a:extLst>
          </p:cNvPr>
          <p:cNvCxnSpPr>
            <a:cxnSpLocks/>
            <a:stCxn id="63" idx="3"/>
            <a:endCxn id="41" idx="0"/>
          </p:cNvCxnSpPr>
          <p:nvPr/>
        </p:nvCxnSpPr>
        <p:spPr>
          <a:xfrm>
            <a:off x="5529245" y="3398922"/>
            <a:ext cx="193740" cy="195612"/>
          </a:xfrm>
          <a:prstGeom prst="bentConnector2">
            <a:avLst/>
          </a:prstGeom>
          <a:ln w="15875">
            <a:solidFill>
              <a:schemeClr val="accent3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4D71AA94-D081-D06B-6FAB-57F56363324D}"/>
              </a:ext>
            </a:extLst>
          </p:cNvPr>
          <p:cNvSpPr/>
          <p:nvPr/>
        </p:nvSpPr>
        <p:spPr>
          <a:xfrm>
            <a:off x="4994955" y="1167652"/>
            <a:ext cx="457200" cy="457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Attn</a:t>
            </a:r>
            <a:endParaRPr lang="zh-TW" altLang="en-US" sz="1200" baseline="30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11B4C9A2-3CB2-3926-3319-000DC0CFE875}"/>
              </a:ext>
            </a:extLst>
          </p:cNvPr>
          <p:cNvSpPr txBox="1"/>
          <p:nvPr/>
        </p:nvSpPr>
        <p:spPr>
          <a:xfrm>
            <a:off x="5604163" y="1292746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B3D52F1B-810F-827B-09A2-67BDE173146D}"/>
              </a:ext>
            </a:extLst>
          </p:cNvPr>
          <p:cNvSpPr txBox="1"/>
          <p:nvPr/>
        </p:nvSpPr>
        <p:spPr>
          <a:xfrm>
            <a:off x="6499408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C23648CC-452B-1F78-96C5-33C7A929135D}"/>
              </a:ext>
            </a:extLst>
          </p:cNvPr>
          <p:cNvSpPr txBox="1"/>
          <p:nvPr/>
        </p:nvSpPr>
        <p:spPr>
          <a:xfrm>
            <a:off x="7519299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E0E710BA-3AEB-6000-F08C-C5CC46645F8C}"/>
              </a:ext>
            </a:extLst>
          </p:cNvPr>
          <p:cNvSpPr txBox="1"/>
          <p:nvPr/>
        </p:nvSpPr>
        <p:spPr>
          <a:xfrm>
            <a:off x="8244408" y="299392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2298D7E2-DC47-4D14-D5F5-71B23512629F}"/>
              </a:ext>
            </a:extLst>
          </p:cNvPr>
          <p:cNvSpPr/>
          <p:nvPr/>
        </p:nvSpPr>
        <p:spPr>
          <a:xfrm>
            <a:off x="8244408" y="31731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027BEF1A-D79E-40E4-EEC3-36B9041D0AEA}"/>
              </a:ext>
            </a:extLst>
          </p:cNvPr>
          <p:cNvSpPr/>
          <p:nvPr/>
        </p:nvSpPr>
        <p:spPr>
          <a:xfrm>
            <a:off x="6101687" y="814681"/>
            <a:ext cx="378823" cy="4572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5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lang="zh-TW" altLang="en-US" sz="1200" dirty="0">
              <a:solidFill>
                <a:schemeClr val="accent5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4E2AB1B7-F42B-545F-FC92-FB57F9DC05CB}"/>
              </a:ext>
            </a:extLst>
          </p:cNvPr>
          <p:cNvSpPr txBox="1"/>
          <p:nvPr/>
        </p:nvSpPr>
        <p:spPr>
          <a:xfrm>
            <a:off x="8462862" y="331652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9779FA-32DA-61E1-0269-C1C3D97DDEA9}"/>
              </a:ext>
            </a:extLst>
          </p:cNvPr>
          <p:cNvSpPr txBox="1"/>
          <p:nvPr/>
        </p:nvSpPr>
        <p:spPr>
          <a:xfrm rot="5400000">
            <a:off x="171159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D5F94E-C733-38BA-379B-5CE8F9B93792}"/>
              </a:ext>
            </a:extLst>
          </p:cNvPr>
          <p:cNvSpPr txBox="1"/>
          <p:nvPr/>
        </p:nvSpPr>
        <p:spPr>
          <a:xfrm rot="5400000">
            <a:off x="7479834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642681D-3656-C959-B474-9C236ACB55A3}"/>
              </a:ext>
            </a:extLst>
          </p:cNvPr>
          <p:cNvSpPr txBox="1"/>
          <p:nvPr/>
        </p:nvSpPr>
        <p:spPr>
          <a:xfrm>
            <a:off x="1684299" y="238101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3123</TotalTime>
  <Words>1231</Words>
  <Application>Microsoft Office PowerPoint</Application>
  <PresentationFormat>如螢幕大小 (4:3)</PresentationFormat>
  <Paragraphs>675</Paragraphs>
  <Slides>6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5" baseType="lpstr">
      <vt:lpstr>Noto Sans HK</vt:lpstr>
      <vt:lpstr>微軟正黑體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2009</cp:revision>
  <cp:lastPrinted>2024-07-30T01:44:15Z</cp:lastPrinted>
  <dcterms:created xsi:type="dcterms:W3CDTF">2019-11-08T03:01:47Z</dcterms:created>
  <dcterms:modified xsi:type="dcterms:W3CDTF">2026-10-05T09:27:23Z</dcterms:modified>
</cp:coreProperties>
</file>