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3"/>
  </p:notesMasterIdLst>
  <p:handoutMasterIdLst>
    <p:handoutMasterId r:id="rId24"/>
  </p:handoutMasterIdLst>
  <p:sldIdLst>
    <p:sldId id="3459" r:id="rId2"/>
    <p:sldId id="3472" r:id="rId3"/>
    <p:sldId id="3510"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460" r:id="rId18"/>
    <p:sldId id="3507" r:id="rId19"/>
    <p:sldId id="3509" r:id="rId20"/>
    <p:sldId id="3479" r:id="rId21"/>
    <p:sldId id="3467" r:id="rId2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0"/>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484"/>
            <p14:sldId id="3508"/>
            <p14:sldId id="3505"/>
            <p14:sldId id="3460"/>
            <p14:sldId id="3507"/>
            <p14:sldId id="3509"/>
          </p14:sldIdLst>
        </p14:section>
        <p14:section name="Hardware" id="{69C35067-BEF2-4B7C-9B54-B6977EB05C72}">
          <p14:sldIdLst>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9900"/>
    <a:srgbClr val="FEC203"/>
    <a:srgbClr val="F8D462"/>
    <a:srgbClr val="3079EF"/>
    <a:srgbClr val="2260DC"/>
    <a:srgbClr val="B8EACA"/>
    <a:srgbClr val="FF0000"/>
    <a:srgbClr val="FEF1E9"/>
    <a:srgbClr val="FFCCCC"/>
    <a:srgbClr val="B7C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7238" autoAdjust="0"/>
  </p:normalViewPr>
  <p:slideViewPr>
    <p:cSldViewPr>
      <p:cViewPr>
        <p:scale>
          <a:sx n="100" d="100"/>
          <a:sy n="100" d="100"/>
        </p:scale>
        <p:origin x="192" y="732"/>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2026/7/22</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2026/7/22</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2026/7/22</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s>
</file>

<file path=ppt/slides/_rels/slide1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51.png"/><Relationship Id="rId4" Type="http://schemas.openxmlformats.org/officeDocument/2006/relationships/image" Target="../media/image50.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52.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childTnLst>
                          </p:cTn>
                        </p:par>
                      </p:childTnLst>
                    </p:cTn>
                  </p:par>
                  <p:par>
                    <p:cTn id="71" fill="hold">
                      <p:stCondLst>
                        <p:cond delay="indefinite"/>
                      </p:stCondLst>
                      <p:childTnLst>
                        <p:par>
                          <p:cTn id="72" fill="hold">
                            <p:stCondLst>
                              <p:cond delay="0"/>
                            </p:stCondLst>
                            <p:childTnLst>
                              <p:par>
                                <p:cTn id="73" presetID="3" presetClass="emph" presetSubtype="2" fill="hold" grpId="0" nodeType="clickEffect">
                                  <p:stCondLst>
                                    <p:cond delay="0"/>
                                  </p:stCondLst>
                                  <p:childTnLst>
                                    <p:animClr clrSpc="rgb" dir="cw">
                                      <p:cBhvr override="childStyle">
                                        <p:cTn id="74"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0" nodeType="withEffect">
                                  <p:stCondLst>
                                    <p:cond delay="0"/>
                                  </p:stCondLst>
                                  <p:childTnLst>
                                    <p:animClr clrSpc="rgb" dir="cw">
                                      <p:cBhvr override="childStyle">
                                        <p:cTn id="7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5"/>
                                            </p:cond>
                                          </p:stCondLst>
                                          <p:endCondLst>
                                            <p:cond evt="onStopAudio" delay="0">
                                              <p:tgtEl>
                                                <p:sldTgt/>
                                              </p:tgtEl>
                                            </p:cond>
                                          </p:endCondLst>
                                        </p:cTn>
                                        <p:tgtEl>
                                          <p:sndTgt r:embed="rId3" name="type.wav"/>
                                        </p:tgtEl>
                                      </p:cMediaNode>
                                    </p:audio>
                                  </p:subTnLst>
                                </p:cTn>
                              </p:par>
                              <p:par>
                                <p:cTn id="77" presetID="3" presetClass="emph" presetSubtype="2" fill="hold" grpId="1" nodeType="withEffect">
                                  <p:stCondLst>
                                    <p:cond delay="0"/>
                                  </p:stCondLst>
                                  <p:childTnLst>
                                    <p:animClr clrSpc="rgb" dir="cw">
                                      <p:cBhvr override="childStyle">
                                        <p:cTn id="78" dur="2000" fill="hold"/>
                                        <p:tgtEl>
                                          <p:spTgt spid="2">
                                            <p:txEl>
                                              <p:pRg st="13" end="13"/>
                                            </p:txEl>
                                          </p:spTgt>
                                        </p:tgtEl>
                                        <p:attrNameLst>
                                          <p:attrName>style.color</p:attrName>
                                        </p:attrNameLst>
                                      </p:cBhvr>
                                      <p:to>
                                        <a:srgbClr val="4D4D4D"/>
                                      </p:to>
                                    </p:animClr>
                                  </p:childTnLst>
                                </p:cTn>
                              </p:par>
                              <p:par>
                                <p:cTn id="79" presetID="3" presetClass="emph" presetSubtype="2" fill="hold" grpId="1" nodeType="withEffect">
                                  <p:stCondLst>
                                    <p:cond delay="0"/>
                                  </p:stCondLst>
                                  <p:childTnLst>
                                    <p:animClr clrSpc="rgb" dir="cw">
                                      <p:cBhvr override="childStyle">
                                        <p:cTn id="80" dur="2000" fill="hold"/>
                                        <p:tgtEl>
                                          <p:spTgt spid="2">
                                            <p:txEl>
                                              <p:pRg st="14" end="14"/>
                                            </p:txEl>
                                          </p:spTgt>
                                        </p:tgtEl>
                                        <p:attrNameLst>
                                          <p:attrName>style.color</p:attrName>
                                        </p:attrNameLst>
                                      </p:cBhvr>
                                      <p:to>
                                        <a:srgbClr val="4D4D4D"/>
                                      </p:to>
                                    </p:animClr>
                                  </p:childTnLst>
                                </p:cTn>
                              </p:par>
                            </p:childTnLst>
                          </p:cTn>
                        </p:par>
                      </p:childTnLst>
                    </p:cTn>
                  </p:par>
                  <p:par>
                    <p:cTn id="81" fill="hold">
                      <p:stCondLst>
                        <p:cond delay="indefinite"/>
                      </p:stCondLst>
                      <p:childTnLst>
                        <p:par>
                          <p:cTn id="82" fill="hold">
                            <p:stCondLst>
                              <p:cond delay="0"/>
                            </p:stCondLst>
                            <p:childTnLst>
                              <p:par>
                                <p:cTn id="83" presetID="1" presetClass="exit" presetSubtype="0" fill="hold" grpId="2" nodeType="clickEffect">
                                  <p:stCondLst>
                                    <p:cond delay="0"/>
                                  </p:stCondLst>
                                  <p:childTnLst>
                                    <p:set>
                                      <p:cBhvr>
                                        <p:cTn id="84" dur="1" fill="hold">
                                          <p:stCondLst>
                                            <p:cond delay="0"/>
                                          </p:stCondLst>
                                        </p:cTn>
                                        <p:tgtEl>
                                          <p:spTgt spid="2">
                                            <p:bg/>
                                          </p:spTgt>
                                        </p:tgtEl>
                                        <p:attrNameLst>
                                          <p:attrName>style.visibility</p:attrName>
                                        </p:attrNameLst>
                                      </p:cBhvr>
                                      <p:to>
                                        <p:strVal val="hidden"/>
                                      </p:to>
                                    </p:set>
                                  </p:childTnLst>
                                </p:cTn>
                              </p:par>
                            </p:childTnLst>
                          </p:cTn>
                        </p:par>
                      </p:childTnLst>
                    </p:cTn>
                  </p:par>
                  <p:par>
                    <p:cTn id="85" fill="hold">
                      <p:stCondLst>
                        <p:cond delay="indefinite"/>
                      </p:stCondLst>
                      <p:childTnLst>
                        <p:par>
                          <p:cTn id="86" fill="hold">
                            <p:stCondLst>
                              <p:cond delay="0"/>
                            </p:stCondLst>
                            <p:childTnLst>
                              <p:par>
                                <p:cTn id="87" presetID="3" presetClass="emph" presetSubtype="2" fill="hold" grpId="0" nodeType="clickEffect">
                                  <p:stCondLst>
                                    <p:cond delay="0"/>
                                  </p:stCondLst>
                                  <p:childTnLst>
                                    <p:animClr clrSpc="rgb" dir="cw">
                                      <p:cBhvr override="childStyle">
                                        <p:cTn id="8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childTnLst>
                          </p:cTn>
                        </p:par>
                      </p:childTnLst>
                    </p:cTn>
                  </p:par>
                  <p:par>
                    <p:cTn id="89" fill="hold">
                      <p:stCondLst>
                        <p:cond delay="indefinite"/>
                      </p:stCondLst>
                      <p:childTnLst>
                        <p:par>
                          <p:cTn id="90" fill="hold">
                            <p:stCondLst>
                              <p:cond delay="0"/>
                            </p:stCondLst>
                            <p:childTnLst>
                              <p:par>
                                <p:cTn id="91" presetID="3" presetClass="emph" presetSubtype="2" fill="hold" grpId="0" nodeType="clickEffect">
                                  <p:stCondLst>
                                    <p:cond delay="0"/>
                                  </p:stCondLst>
                                  <p:childTnLst>
                                    <p:animClr clrSpc="rgb" dir="cw">
                                      <p:cBhvr override="childStyle">
                                        <p:cTn id="92"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0" nodeType="withEffect">
                                  <p:stCondLst>
                                    <p:cond delay="0"/>
                                  </p:stCondLst>
                                  <p:childTnLst>
                                    <p:animClr clrSpc="rgb" dir="cw">
                                      <p:cBhvr override="childStyle">
                                        <p:cTn id="98"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7"/>
                                            </p:cond>
                                          </p:stCondLst>
                                          <p:endCondLst>
                                            <p:cond evt="onStopAudio" delay="0">
                                              <p:tgtEl>
                                                <p:sldTgt/>
                                              </p:tgtEl>
                                            </p:cond>
                                          </p:endCondLst>
                                        </p:cTn>
                                        <p:tgtEl>
                                          <p:sndTgt r:embed="rId3" name="type.wav"/>
                                        </p:tgtEl>
                                      </p:cMediaNode>
                                    </p:audio>
                                  </p:subTnLst>
                                </p:cTn>
                              </p:par>
                              <p:par>
                                <p:cTn id="99" presetID="3" presetClass="emph" presetSubtype="2" fill="hold" grpId="1" nodeType="withEffect">
                                  <p:stCondLst>
                                    <p:cond delay="0"/>
                                  </p:stCondLst>
                                  <p:childTnLst>
                                    <p:animClr clrSpc="rgb" dir="cw">
                                      <p:cBhvr override="childStyle">
                                        <p:cTn id="100" dur="2000" fill="hold"/>
                                        <p:tgtEl>
                                          <p:spTgt spid="2">
                                            <p:txEl>
                                              <p:pRg st="7" end="7"/>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9" end="9"/>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0" end="10"/>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1" end="11"/>
                                            </p:txEl>
                                          </p:spTgt>
                                        </p:tgtEl>
                                        <p:attrNameLst>
                                          <p:attrName>style.color</p:attrName>
                                        </p:attrNameLst>
                                      </p:cBhvr>
                                      <p:to>
                                        <a:srgbClr val="4D4D4D"/>
                                      </p:to>
                                    </p:animClr>
                                  </p:childTnLst>
                                </p:cTn>
                              </p:par>
                              <p:par>
                                <p:cTn id="107" presetID="3" presetClass="emph" presetSubtype="2" fill="hold" grpId="1" nodeType="withEffect">
                                  <p:stCondLst>
                                    <p:cond delay="0"/>
                                  </p:stCondLst>
                                  <p:childTnLst>
                                    <p:animClr clrSpc="rgb" dir="cw">
                                      <p:cBhvr override="childStyle">
                                        <p:cTn id="108" dur="2000" fill="hold"/>
                                        <p:tgtEl>
                                          <p:spTgt spid="2">
                                            <p:txEl>
                                              <p:pRg st="12" end="12"/>
                                            </p:txEl>
                                          </p:spTgt>
                                        </p:tgtEl>
                                        <p:attrNameLst>
                                          <p:attrName>style.color</p:attrName>
                                        </p:attrNameLst>
                                      </p:cBhvr>
                                      <p:to>
                                        <a:srgbClr val="4D4D4D"/>
                                      </p:to>
                                    </p:animClr>
                                  </p:childTnLst>
                                </p:cTn>
                              </p:par>
                            </p:childTnLst>
                          </p:cTn>
                        </p:par>
                      </p:childTnLst>
                    </p:cTn>
                  </p:par>
                  <p:par>
                    <p:cTn id="109" fill="hold">
                      <p:stCondLst>
                        <p:cond delay="indefinite"/>
                      </p:stCondLst>
                      <p:childTnLst>
                        <p:par>
                          <p:cTn id="110" fill="hold">
                            <p:stCondLst>
                              <p:cond delay="0"/>
                            </p:stCondLst>
                            <p:childTnLst>
                              <p:par>
                                <p:cTn id="111" presetID="1" presetClass="exit" presetSubtype="0" fill="hold" grpId="2" nodeType="clickEffect">
                                  <p:stCondLst>
                                    <p:cond delay="0"/>
                                  </p:stCondLst>
                                  <p:childTnLst>
                                    <p:set>
                                      <p:cBhvr>
                                        <p:cTn id="112"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文字方塊 6">
            <a:extLst>
              <a:ext uri="{FF2B5EF4-FFF2-40B4-BE49-F238E27FC236}">
                <a16:creationId xmlns:a16="http://schemas.microsoft.com/office/drawing/2014/main" id="{F23C254D-850E-3456-C991-33B62DF6C8A7}"/>
              </a:ext>
            </a:extLst>
          </p:cNvPr>
          <p:cNvSpPr txBox="1"/>
          <p:nvPr/>
        </p:nvSpPr>
        <p:spPr>
          <a:xfrm>
            <a:off x="845586" y="1305341"/>
            <a:ext cx="7452828" cy="4247317"/>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RAG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a:t>
            </a:r>
            <a:endPar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Practice Example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(O! llama)</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9" name="文字方塊 8">
            <a:extLst>
              <a:ext uri="{FF2B5EF4-FFF2-40B4-BE49-F238E27FC236}">
                <a16:creationId xmlns:a16="http://schemas.microsoft.com/office/drawing/2014/main" id="{D0C6D584-650A-53AD-B342-F6817C0EFCF0}"/>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0291593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7">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7">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7">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7">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7">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7">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7">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7">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7">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7">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7">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7">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7">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1" nodeType="withEffect">
                                  <p:stCondLst>
                                    <p:cond delay="0"/>
                                  </p:stCondLst>
                                  <p:childTnLst>
                                    <p:animClr clrSpc="rgb" dir="cw">
                                      <p:cBhvr override="childStyle">
                                        <p:cTn id="34" dur="2000" fill="hold"/>
                                        <p:tgtEl>
                                          <p:spTgt spid="7">
                                            <p:txEl>
                                              <p:pRg st="2" end="2"/>
                                            </p:txEl>
                                          </p:spTgt>
                                        </p:tgtEl>
                                        <p:attrNameLst>
                                          <p:attrName>style.color</p:attrName>
                                        </p:attrNameLst>
                                      </p:cBhvr>
                                      <p:to>
                                        <a:srgbClr val="D8A09C"/>
                                      </p:to>
                                    </p:animClr>
                                  </p:childTnLst>
                                </p:cTn>
                              </p:par>
                              <p:par>
                                <p:cTn id="35" presetID="3" presetClass="emph" presetSubtype="2" fill="hold" grpId="1" nodeType="withEffect">
                                  <p:stCondLst>
                                    <p:cond delay="0"/>
                                  </p:stCondLst>
                                  <p:childTnLst>
                                    <p:animClr clrSpc="rgb" dir="cw">
                                      <p:cBhvr override="childStyle">
                                        <p:cTn id="36" dur="2000" fill="hold"/>
                                        <p:tgtEl>
                                          <p:spTgt spid="7">
                                            <p:txEl>
                                              <p:pRg st="3" end="3"/>
                                            </p:txEl>
                                          </p:spTgt>
                                        </p:tgtEl>
                                        <p:attrNameLst>
                                          <p:attrName>style.color</p:attrName>
                                        </p:attrNameLst>
                                      </p:cBhvr>
                                      <p:to>
                                        <a:srgbClr val="D8A09C"/>
                                      </p:to>
                                    </p:animClr>
                                  </p:childTnLst>
                                </p:cTn>
                              </p:par>
                              <p:par>
                                <p:cTn id="37" presetID="3" presetClass="emph" presetSubtype="2" fill="hold" grpId="1" nodeType="withEffect">
                                  <p:stCondLst>
                                    <p:cond delay="0"/>
                                  </p:stCondLst>
                                  <p:childTnLst>
                                    <p:animClr clrSpc="rgb" dir="cw">
                                      <p:cBhvr override="childStyle">
                                        <p:cTn id="38" dur="2000" fill="hold"/>
                                        <p:tgtEl>
                                          <p:spTgt spid="7">
                                            <p:txEl>
                                              <p:pRg st="4" end="4"/>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7">
                                            <p:txEl>
                                              <p:pRg st="5" end="5"/>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7">
                                            <p:txEl>
                                              <p:pRg st="6" end="6"/>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7">
                                            <p:txEl>
                                              <p:pRg st="7" end="7"/>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7">
                                            <p:txEl>
                                              <p:pRg st="8" end="8"/>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7">
                                            <p:txEl>
                                              <p:pRg st="9" end="9"/>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7">
                                            <p:txEl>
                                              <p:pRg st="10" end="10"/>
                                            </p:txEl>
                                          </p:spTgt>
                                        </p:tgtEl>
                                        <p:attrNameLst>
                                          <p:attrName>style.color</p:attrName>
                                        </p:attrNameLst>
                                      </p:cBhvr>
                                      <p:to>
                                        <a:srgbClr val="D8A09C"/>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7">
                                            <p:txEl>
                                              <p:pRg st="11" end="11"/>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childTnLst>
                          </p:cTn>
                        </p:par>
                      </p:childTnLst>
                    </p:cTn>
                  </p:par>
                  <p:par>
                    <p:cTn id="55" fill="hold">
                      <p:stCondLst>
                        <p:cond delay="indefinite"/>
                      </p:stCondLst>
                      <p:childTnLst>
                        <p:par>
                          <p:cTn id="56" fill="hold">
                            <p:stCondLst>
                              <p:cond delay="0"/>
                            </p:stCondLst>
                            <p:childTnLst>
                              <p:par>
                                <p:cTn id="57" presetID="3" presetClass="emph" presetSubtype="2" fill="hold" grpId="0" nodeType="clickEffect">
                                  <p:stCondLst>
                                    <p:cond delay="0"/>
                                  </p:stCondLst>
                                  <p:childTnLst>
                                    <p:animClr clrSpc="rgb" dir="cw">
                                      <p:cBhvr override="childStyle">
                                        <p:cTn id="58" dur="500" fill="hold"/>
                                        <p:tgtEl>
                                          <p:spTgt spid="7">
                                            <p:txEl>
                                              <p:pRg st="12" end="12"/>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1" nodeType="withEffect">
                                  <p:stCondLst>
                                    <p:cond delay="0"/>
                                  </p:stCondLst>
                                  <p:childTnLst>
                                    <p:animClr clrSpc="rgb" dir="cw">
                                      <p:cBhvr override="childStyle">
                                        <p:cTn id="60" dur="2000" fill="hold"/>
                                        <p:tgtEl>
                                          <p:spTgt spid="7">
                                            <p:txEl>
                                              <p:pRg st="11" end="11"/>
                                            </p:txEl>
                                          </p:spTgt>
                                        </p:tgtEl>
                                        <p:attrNameLst>
                                          <p:attrName>style.color</p:attrName>
                                        </p:attrNameLst>
                                      </p:cBhvr>
                                      <p:to>
                                        <a:srgbClr val="D8A09C"/>
                                      </p:to>
                                    </p:animClr>
                                  </p:childTnLst>
                                </p:cTn>
                              </p:par>
                            </p:childTnLst>
                          </p:cTn>
                        </p:par>
                      </p:childTnLst>
                    </p:cTn>
                  </p:par>
                  <p:par>
                    <p:cTn id="61" fill="hold">
                      <p:stCondLst>
                        <p:cond delay="indefinite"/>
                      </p:stCondLst>
                      <p:childTnLst>
                        <p:par>
                          <p:cTn id="62" fill="hold">
                            <p:stCondLst>
                              <p:cond delay="0"/>
                            </p:stCondLst>
                            <p:childTnLst>
                              <p:par>
                                <p:cTn id="63" presetID="3" presetClass="emph" presetSubtype="2" fill="hold" grpId="0" nodeType="clickEffect">
                                  <p:stCondLst>
                                    <p:cond delay="0"/>
                                  </p:stCondLst>
                                  <p:childTnLst>
                                    <p:animClr clrSpc="rgb" dir="cw">
                                      <p:cBhvr override="childStyle">
                                        <p:cTn id="64" dur="500" fill="hold"/>
                                        <p:tgtEl>
                                          <p:spTgt spid="7">
                                            <p:txEl>
                                              <p:pRg st="13" end="13"/>
                                            </p:txEl>
                                          </p:spTgt>
                                        </p:tgtEl>
                                        <p:attrNameLst>
                                          <p:attrName>style.color</p:attrName>
                                        </p:attrNameLst>
                                      </p:cBhvr>
                                      <p:to>
                                        <a:srgbClr val="FF0000"/>
                                      </p:to>
                                    </p:animClr>
                                  </p:childTnLst>
                                  <p:subTnLst>
                                    <p:audio>
                                      <p:cMediaNode>
                                        <p:cTn display="0" masterRel="sameClick">
                                          <p:stCondLst>
                                            <p:cond evt="begin" delay="0">
                                              <p:tn val="63"/>
                                            </p:cond>
                                          </p:stCondLst>
                                          <p:endCondLst>
                                            <p:cond evt="onStopAudio" delay="0">
                                              <p:tgtEl>
                                                <p:sldTgt/>
                                              </p:tgtEl>
                                            </p:cond>
                                          </p:endCondLst>
                                        </p:cTn>
                                        <p:tgtEl>
                                          <p:sndTgt r:embed="rId3" name="type.wav"/>
                                        </p:tgtEl>
                                      </p:cMediaNode>
                                    </p:audio>
                                  </p:subTnLst>
                                </p:cTn>
                              </p:par>
                              <p:par>
                                <p:cTn id="65" presetID="3" presetClass="emph" presetSubtype="2" fill="hold" grpId="1" nodeType="withEffect">
                                  <p:stCondLst>
                                    <p:cond delay="0"/>
                                  </p:stCondLst>
                                  <p:childTnLst>
                                    <p:animClr clrSpc="rgb" dir="cw">
                                      <p:cBhvr override="childStyle">
                                        <p:cTn id="66" dur="2000" fill="hold"/>
                                        <p:tgtEl>
                                          <p:spTgt spid="7">
                                            <p:txEl>
                                              <p:pRg st="12" end="12"/>
                                            </p:txEl>
                                          </p:spTgt>
                                        </p:tgtEl>
                                        <p:attrNameLst>
                                          <p:attrName>style.color</p:attrName>
                                        </p:attrNameLst>
                                      </p:cBhvr>
                                      <p:to>
                                        <a:srgbClr val="D8A09C"/>
                                      </p:to>
                                    </p:animClr>
                                  </p:childTnLst>
                                </p:cTn>
                              </p:par>
                              <p:par>
                                <p:cTn id="67" presetID="3" presetClass="emph" presetSubtype="2" fill="hold" grpId="1" nodeType="withEffect">
                                  <p:stCondLst>
                                    <p:cond delay="0"/>
                                  </p:stCondLst>
                                  <p:childTnLst>
                                    <p:animClr clrSpc="rgb" dir="cw">
                                      <p:cBhvr override="childStyle">
                                        <p:cTn id="68" dur="2000" fill="hold"/>
                                        <p:tgtEl>
                                          <p:spTgt spid="7">
                                            <p:txEl>
                                              <p:pRg st="13" end="13"/>
                                            </p:txEl>
                                          </p:spTgt>
                                        </p:tgtEl>
                                        <p:attrNameLst>
                                          <p:attrName>style.color</p:attrName>
                                        </p:attrNameLst>
                                      </p:cBhvr>
                                      <p:to>
                                        <a:srgbClr val="D8A09C"/>
                                      </p:to>
                                    </p:animClr>
                                  </p:childTnLst>
                                </p:cTn>
                              </p:par>
                            </p:childTnLst>
                          </p:cTn>
                        </p:par>
                      </p:childTnLst>
                    </p:cTn>
                  </p:par>
                  <p:par>
                    <p:cTn id="69" fill="hold">
                      <p:stCondLst>
                        <p:cond delay="indefinite"/>
                      </p:stCondLst>
                      <p:childTnLst>
                        <p:par>
                          <p:cTn id="70" fill="hold">
                            <p:stCondLst>
                              <p:cond delay="0"/>
                            </p:stCondLst>
                            <p:childTnLst>
                              <p:par>
                                <p:cTn id="71" presetID="1" presetClass="exit" presetSubtype="0" fill="hold" grpId="2" nodeType="clickEffect">
                                  <p:stCondLst>
                                    <p:cond delay="0"/>
                                  </p:stCondLst>
                                  <p:childTnLst>
                                    <p:set>
                                      <p:cBhvr>
                                        <p:cTn id="72" dur="1" fill="hold">
                                          <p:stCondLst>
                                            <p:cond delay="0"/>
                                          </p:stCondLst>
                                        </p:cTn>
                                        <p:tgtEl>
                                          <p:spTgt spid="7">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allAtOnce"/>
      <p:bldP spid="7" grpId="1" uiExpand="1" build="allAtOnce"/>
      <p:bldP spid="7"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410940579"/>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Graph</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5" name="文字方塊 4">
            <a:extLst>
              <a:ext uri="{FF2B5EF4-FFF2-40B4-BE49-F238E27FC236}">
                <a16:creationId xmlns:a16="http://schemas.microsoft.com/office/drawing/2014/main" id="{0079A64A-2550-BDDD-1895-D21B3B79A4F8}"/>
              </a:ext>
            </a:extLst>
          </p:cNvPr>
          <p:cNvSpPr txBox="1"/>
          <p:nvPr/>
        </p:nvSpPr>
        <p:spPr>
          <a:xfrm>
            <a:off x="7848364" y="44624"/>
            <a:ext cx="1201611"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a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
        <p:nvSpPr>
          <p:cNvPr id="14" name="文字方塊 13">
            <a:extLst>
              <a:ext uri="{FF2B5EF4-FFF2-40B4-BE49-F238E27FC236}">
                <a16:creationId xmlns:a16="http://schemas.microsoft.com/office/drawing/2014/main" id="{8C23CE64-A4EF-D92F-0A4C-519787969E65}"/>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a:t>
            </a:r>
            <a:r>
              <a:rPr lang="en-US" altLang="zh-TW" sz="1000" b="1" dirty="0">
                <a:solidFill>
                  <a:srgbClr val="FF0000"/>
                </a:solidFill>
              </a:rPr>
              <a:t>Transformer</a:t>
            </a:r>
            <a:endParaRPr lang="en-US" altLang="zh-TW" sz="1000" dirty="0">
              <a:solidFill>
                <a:srgbClr val="FF0000"/>
              </a:solidFill>
            </a:endParaRPr>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RAG</a:t>
            </a:r>
          </a:p>
          <a:p>
            <a:pPr marL="111125" lvl="2">
              <a:lnSpc>
                <a:spcPts val="1000"/>
              </a:lnSpc>
              <a:buFont typeface="Arial" panose="020B0604020202020204" pitchFamily="34" charset="0"/>
              <a:buChar char="•"/>
              <a:defRPr/>
            </a:pPr>
            <a:r>
              <a:rPr lang="en-US" altLang="zh-TW" sz="1000" dirty="0">
                <a:solidFill>
                  <a:prstClr val="black"/>
                </a:solidFill>
              </a:rPr>
              <a:t> SLM</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Practices</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0" dirty="0"/>
                                <m:t>x</m:t>
                              </m:r>
                              <m:r>
                                <m:rPr>
                                  <m:nor/>
                                </m:rPr>
                                <a:rPr lang="en-US" altLang="zh-TW" sz="1200" i="0" baseline="-25000" dirty="0"/>
                                <m:t>i</m:t>
                              </m:r>
                              <m:r>
                                <m:rPr>
                                  <m:nor/>
                                </m:rPr>
                                <a:rPr lang="en-US" altLang="zh-TW" sz="1200" i="0" dirty="0"/>
                                <m:t>∗</m:t>
                              </m:r>
                              <m:r>
                                <m:rPr>
                                  <m:nor/>
                                </m:rPr>
                                <a:rPr lang="en-US" altLang="zh-TW" sz="1200" i="0" dirty="0"/>
                                <m:t>γi</m:t>
                              </m:r>
                            </m:num>
                            <m:den>
                              <m:r>
                                <m:rPr>
                                  <m:nor/>
                                </m:rPr>
                                <a:rPr lang="en-US" altLang="zh-TW" sz="1200" i="0" dirty="0"/>
                                <m:t>RMS</m:t>
                              </m:r>
                              <m:r>
                                <m:rPr>
                                  <m:nor/>
                                </m:rPr>
                                <a:rPr lang="en-US" altLang="zh-TW" sz="1200" i="0" dirty="0"/>
                                <m:t>(</m:t>
                              </m:r>
                              <m:r>
                                <m:rPr>
                                  <m:nor/>
                                </m:rPr>
                                <a:rPr lang="en-US" altLang="zh-TW" sz="1200" i="0" dirty="0"/>
                                <m:t>x</m:t>
                              </m:r>
                              <m:r>
                                <m:rPr>
                                  <m:nor/>
                                </m:rPr>
                                <a:rPr lang="en-US" altLang="zh-TW" sz="1200" i="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en-US" altLang="zh-TW"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n-US"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xmlns:m="http://schemas.openxmlformats.org/officeDocument/2006/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r>
                                  <a:rPr lang="en-US" altLang="zh-TW" sz="1200" b="0" i="0"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sSub>
                                              <m:sSubPr>
                                                <m:ctrlPr>
                                                  <a:rPr lang="en-US"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i="1" smtClean="0">
                                        <a:latin typeface="Cambria Math" panose="02040503050406030204" pitchFamily="18" charset="0"/>
                                        <a:ea typeface="Cambria Math" panose="02040503050406030204" pitchFamily="18" charset="0"/>
                                      </a:rPr>
                                    </m:ctrlPr>
                                  </m:sSupPr>
                                  <m:e>
                                    <m:d>
                                      <m:dPr>
                                        <m:ctrlPr>
                                          <a:rPr lang="en-US" altLang="zh-TW" sz="120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xmlns:m="http://schemas.openxmlformats.org/officeDocument/2006/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cy-GB" altLang="zh-TW" sz="120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en-US" altLang="zh-TW" sz="1200" i="1" smtClean="0">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zh-TW" altLang="en-US"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ParaPr>
                                <m:jc m:val="centerGroup"/>
                              </m:oMathParaPr>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ParaPr>
                                <m:jc m:val="centerGroup"/>
                              </m:oMathParaPr>
                              <m:oMath xmlns:m="http://schemas.openxmlformats.org/officeDocument/2006/math">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600238"/>
            <a:ext cx="2676085" cy="3842021"/>
            <a:chOff x="3029309" y="2348880"/>
            <a:chExt cx="2676085" cy="3842021"/>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348880"/>
              <a:ext cx="2474323" cy="3842021"/>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109080"/>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583591"/>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204864"/>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2153" y="1828605"/>
            <a:ext cx="1718591" cy="160236"/>
          </a:xfrm>
          <a:prstGeom prst="rect">
            <a:avLst/>
          </a:prstGeom>
          <a:solidFill>
            <a:schemeClr val="accent5">
              <a:lumMod val="75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3" y="1503872"/>
            <a:ext cx="1309608" cy="191921"/>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057747"/>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077019"/>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483768" y="1340768"/>
            <a:ext cx="168315" cy="295722"/>
          </a:xfrm>
          <a:prstGeom prst="rect">
            <a:avLst/>
          </a:prstGeom>
          <a:noFill/>
        </p:spPr>
        <p:txBody>
          <a:bodyPr wrap="non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p>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grpSp>
        <p:nvGrpSpPr>
          <p:cNvPr id="6" name="群組 5">
            <a:extLst>
              <a:ext uri="{FF2B5EF4-FFF2-40B4-BE49-F238E27FC236}">
                <a16:creationId xmlns:a16="http://schemas.microsoft.com/office/drawing/2014/main" id="{9B1F7AF4-88D8-4B3F-CECC-393296A65BC4}"/>
              </a:ext>
            </a:extLst>
          </p:cNvPr>
          <p:cNvGrpSpPr/>
          <p:nvPr/>
        </p:nvGrpSpPr>
        <p:grpSpPr>
          <a:xfrm>
            <a:off x="7719607" y="836712"/>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44792"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076055" y="904094"/>
            <a:ext cx="2004185" cy="1784374"/>
          </a:xfrm>
          <a:prstGeom prst="borderCallout1">
            <a:avLst>
              <a:gd name="adj1" fmla="val 90905"/>
              <a:gd name="adj2" fmla="val 97673"/>
              <a:gd name="adj3" fmla="val 123230"/>
              <a:gd name="adj4" fmla="val 108218"/>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812337052"/>
              </p:ext>
            </p:extLst>
          </p:nvPr>
        </p:nvGraphicFramePr>
        <p:xfrm>
          <a:off x="5076057" y="904093"/>
          <a:ext cx="2004182" cy="1794115"/>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29888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360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6720451" y="2204864"/>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187231" y="2335391"/>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437040034"/>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schemeClr>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1399452633"/>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1189</TotalTime>
  <Words>7664</Words>
  <Application>Microsoft Office PowerPoint</Application>
  <PresentationFormat>如螢幕大小 (4:3)</PresentationFormat>
  <Paragraphs>1289</Paragraphs>
  <Slides>21</Slides>
  <Notes>19</Notes>
  <HiddenSlides>2</HiddenSlides>
  <MMClips>0</MMClips>
  <ScaleCrop>false</ScaleCrop>
  <HeadingPairs>
    <vt:vector size="6" baseType="variant">
      <vt:variant>
        <vt:lpstr>使用字型</vt:lpstr>
      </vt:variant>
      <vt:variant>
        <vt:i4>15</vt:i4>
      </vt:variant>
      <vt:variant>
        <vt:lpstr>佈景主題</vt:lpstr>
      </vt:variant>
      <vt:variant>
        <vt:i4>1</vt:i4>
      </vt:variant>
      <vt:variant>
        <vt:lpstr>投影片標題</vt:lpstr>
      </vt:variant>
      <vt:variant>
        <vt:i4>21</vt:i4>
      </vt:variant>
    </vt:vector>
  </HeadingPairs>
  <TitlesOfParts>
    <vt:vector size="37" baseType="lpstr">
      <vt:lpstr>Google Sans</vt:lpstr>
      <vt:lpstr>Microsoft GothicNeo</vt:lpstr>
      <vt:lpstr>Microsoft YaHei Mono</vt:lpstr>
      <vt:lpstr>Noto Sans HK</vt:lpstr>
      <vt:lpstr>STXingkai</vt:lpstr>
      <vt:lpstr>微軟正黑體</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1776</cp:revision>
  <cp:lastPrinted>2024-07-30T01:44:15Z</cp:lastPrinted>
  <dcterms:created xsi:type="dcterms:W3CDTF">2019-11-08T03:01:47Z</dcterms:created>
  <dcterms:modified xsi:type="dcterms:W3CDTF">2026-07-22T09:04:04Z</dcterms:modified>
</cp:coreProperties>
</file>