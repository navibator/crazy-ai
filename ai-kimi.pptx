
<file path=[Content_Types].xml><?xml version="1.0" encoding="utf-8"?>
<Types xmlns="http://schemas.openxmlformats.org/package/2006/content-types">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handoutMasterIdLst>
    <p:handoutMasterId r:id="rId17"/>
  </p:handoutMasterIdLst>
  <p:sldIdLst>
    <p:sldId id="3459" r:id="rId2"/>
    <p:sldId id="3472" r:id="rId3"/>
    <p:sldId id="3555" r:id="rId4"/>
    <p:sldId id="3559" r:id="rId5"/>
    <p:sldId id="3563" r:id="rId6"/>
    <p:sldId id="3562" r:id="rId7"/>
    <p:sldId id="3556" r:id="rId8"/>
    <p:sldId id="3551" r:id="rId9"/>
    <p:sldId id="3534" r:id="rId10"/>
    <p:sldId id="3560" r:id="rId11"/>
    <p:sldId id="3564" r:id="rId12"/>
    <p:sldId id="3536" r:id="rId13"/>
    <p:sldId id="3535" r:id="rId14"/>
    <p:sldId id="3549" r:id="rId15"/>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Background" id="{EE40A592-26E0-44D5-B20C-08484E6740F4}">
          <p14:sldIdLst>
            <p14:sldId id="3555"/>
            <p14:sldId id="3559"/>
          </p14:sldIdLst>
        </p14:section>
        <p14:section name="Optimizer" id="{D96295E3-C59A-456D-AE59-C3D5699A4263}">
          <p14:sldIdLst>
            <p14:sldId id="3563"/>
            <p14:sldId id="3562"/>
            <p14:sldId id="3556"/>
            <p14:sldId id="3551"/>
          </p14:sldIdLst>
        </p14:section>
        <p14:section name="Moonshot-Kimi" id="{7C2BE5B2-C507-46C7-871E-C935EB653EC3}">
          <p14:sldIdLst>
            <p14:sldId id="3534"/>
            <p14:sldId id="3560"/>
            <p14:sldId id="3564"/>
            <p14:sldId id="3536"/>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26984" autoAdjust="0"/>
  </p:normalViewPr>
  <p:slideViewPr>
    <p:cSldViewPr>
      <p:cViewPr varScale="1">
        <p:scale>
          <a:sx n="97" d="100"/>
          <a:sy n="97" d="100"/>
        </p:scale>
        <p:origin x="1170" y="9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7.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7.png"/><Relationship Id="rId16"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19.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2.png"/><Relationship Id="rId11" Type="http://schemas.openxmlformats.org/officeDocument/2006/relationships/image" Target="../media/image36.png"/><Relationship Id="rId5" Type="http://schemas.openxmlformats.org/officeDocument/2006/relationships/image" Target="../media/image31.png"/><Relationship Id="rId10" Type="http://schemas.openxmlformats.org/officeDocument/2006/relationships/image" Target="../media/image35.png"/><Relationship Id="rId4" Type="http://schemas.openxmlformats.org/officeDocument/2006/relationships/image" Target="../media/image30.png"/><Relationship Id="rId9"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Kimi k3</a:t>
            </a:r>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3"/>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4"/>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5"/>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6"/>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7"/>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8"/>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843</TotalTime>
  <Words>2508</Words>
  <Application>Microsoft Office PowerPoint</Application>
  <PresentationFormat>如螢幕大小 (4:3)</PresentationFormat>
  <Paragraphs>448</Paragraphs>
  <Slides>14</Slides>
  <Notes>10</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14</vt:i4>
      </vt:variant>
    </vt:vector>
  </HeadingPairs>
  <TitlesOfParts>
    <vt:vector size="24"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1871</cp:revision>
  <cp:lastPrinted>2024-07-30T01:44:15Z</cp:lastPrinted>
  <dcterms:created xsi:type="dcterms:W3CDTF">2019-11-08T03:01:47Z</dcterms:created>
  <dcterms:modified xsi:type="dcterms:W3CDTF">2026-08-18T09:34:52Z</dcterms:modified>
</cp:coreProperties>
</file>