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65" r:id="rId10"/>
    <p:sldId id="3515" r:id="rId11"/>
    <p:sldId id="3505" r:id="rId12"/>
    <p:sldId id="3514" r:id="rId13"/>
    <p:sldId id="3482" r:id="rId14"/>
    <p:sldId id="3489" r:id="rId15"/>
    <p:sldId id="3495" r:id="rId16"/>
    <p:sldId id="3509" r:id="rId17"/>
    <p:sldId id="3503" r:id="rId18"/>
    <p:sldId id="3460" r:id="rId19"/>
    <p:sldId id="3504" r:id="rId20"/>
    <p:sldId id="257" r:id="rId21"/>
    <p:sldId id="265" r:id="rId22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9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80529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3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</a:t>
            </a: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DoRA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LiveCodeBench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LangGraph, 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22079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Token</a:t>
              </a:r>
              <a:endPara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Runtime</a:t>
                      </a: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1677</TotalTime>
  <Words>9316</Words>
  <Application>Microsoft Office PowerPoint</Application>
  <PresentationFormat>如螢幕大小 (4:3)</PresentationFormat>
  <Paragraphs>1301</Paragraphs>
  <Slides>21</Slides>
  <Notes>20</Notes>
  <HiddenSlides>3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7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1761</cp:revision>
  <cp:lastPrinted>2024-07-30T01:44:15Z</cp:lastPrinted>
  <dcterms:created xsi:type="dcterms:W3CDTF">2019-11-08T03:01:47Z</dcterms:created>
  <dcterms:modified xsi:type="dcterms:W3CDTF">2026-07-15T10:26:35Z</dcterms:modified>
</cp:coreProperties>
</file>