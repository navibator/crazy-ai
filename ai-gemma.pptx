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handoutMasterIdLst>
    <p:handoutMasterId r:id="rId51"/>
  </p:handoutMasterIdLst>
  <p:sldIdLst>
    <p:sldId id="3459" r:id="rId2"/>
    <p:sldId id="3472" r:id="rId3"/>
    <p:sldId id="3511" r:id="rId4"/>
    <p:sldId id="3504" r:id="rId5"/>
    <p:sldId id="3427" r:id="rId6"/>
    <p:sldId id="3503" r:id="rId7"/>
    <p:sldId id="3470" r:id="rId8"/>
    <p:sldId id="3471" r:id="rId9"/>
    <p:sldId id="3482" r:id="rId10"/>
    <p:sldId id="3557" r:id="rId11"/>
    <p:sldId id="3483" r:id="rId12"/>
    <p:sldId id="3428" r:id="rId13"/>
    <p:sldId id="3451" r:id="rId14"/>
    <p:sldId id="3552" r:id="rId15"/>
    <p:sldId id="3465" r:id="rId16"/>
    <p:sldId id="3484" r:id="rId17"/>
    <p:sldId id="3508" r:id="rId18"/>
    <p:sldId id="3505" r:id="rId19"/>
    <p:sldId id="3507" r:id="rId20"/>
    <p:sldId id="3460" r:id="rId21"/>
    <p:sldId id="3509" r:id="rId22"/>
    <p:sldId id="3479" r:id="rId23"/>
    <p:sldId id="3467" r:id="rId24"/>
    <p:sldId id="3531" r:id="rId25"/>
    <p:sldId id="3499" r:id="rId26"/>
    <p:sldId id="3444" r:id="rId27"/>
    <p:sldId id="3532" r:id="rId28"/>
    <p:sldId id="3520" r:id="rId29"/>
    <p:sldId id="3518" r:id="rId30"/>
    <p:sldId id="3475" r:id="rId31"/>
    <p:sldId id="3527" r:id="rId32"/>
    <p:sldId id="3550" r:id="rId33"/>
    <p:sldId id="3551" r:id="rId34"/>
    <p:sldId id="3515" r:id="rId35"/>
    <p:sldId id="3556" r:id="rId36"/>
    <p:sldId id="3528" r:id="rId37"/>
    <p:sldId id="3514" r:id="rId38"/>
    <p:sldId id="3529" r:id="rId39"/>
    <p:sldId id="3555" r:id="rId40"/>
    <p:sldId id="3553" r:id="rId41"/>
    <p:sldId id="3554" r:id="rId42"/>
    <p:sldId id="3549" r:id="rId43"/>
    <p:sldId id="3519" r:id="rId44"/>
    <p:sldId id="3530" r:id="rId45"/>
    <p:sldId id="269" r:id="rId46"/>
    <p:sldId id="270" r:id="rId47"/>
    <p:sldId id="257" r:id="rId48"/>
    <p:sldId id="265" r:id="rId4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557"/>
            <p14:sldId id="3483"/>
            <p14:sldId id="3428"/>
            <p14:sldId id="3451"/>
            <p14:sldId id="3552"/>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45" autoAdjust="0"/>
  </p:normalViewPr>
  <p:slideViewPr>
    <p:cSldViewPr>
      <p:cViewPr varScale="1">
        <p:scale>
          <a:sx n="97" d="100"/>
          <a:sy n="97" d="100"/>
        </p:scale>
        <p:origin x="1170" y="9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2026/9/3</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2026/9/3</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1.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2026/9/3</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2026/9/3</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0.svg"/></Relationships>
</file>

<file path=ppt/slides/_rels/slide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8.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svg"/><Relationship Id="rId4" Type="http://schemas.openxmlformats.org/officeDocument/2006/relationships/image" Target="../media/image44.png"/></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pn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3.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svg"/><Relationship Id="rId4" Type="http://schemas.openxmlformats.org/officeDocument/2006/relationships/image" Target="../media/image55.svg"/></Relationships>
</file>

<file path=ppt/slides/_rels/slide2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4.svg"/></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65.png"/><Relationship Id="rId1" Type="http://schemas.openxmlformats.org/officeDocument/2006/relationships/slideLayout" Target="../slideLayouts/slideLayout3.xml"/><Relationship Id="rId4" Type="http://schemas.openxmlformats.org/officeDocument/2006/relationships/image" Target="../media/image66.jpeg"/></Relationships>
</file>

<file path=ppt/slides/_rels/slide29.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png"/><Relationship Id="rId7" Type="http://schemas.openxmlformats.org/officeDocument/2006/relationships/image" Target="../media/image72.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69.png"/><Relationship Id="rId4" Type="http://schemas.openxmlformats.org/officeDocument/2006/relationships/image" Target="../media/image68.jpeg"/></Relationships>
</file>

<file path=ppt/slides/_rels/slide30.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31.xml.rels><?xml version="1.0" encoding="UTF-8" standalone="yes"?>
<Relationships xmlns="http://schemas.openxmlformats.org/package/2006/relationships"><Relationship Id="rId3" Type="http://schemas.openxmlformats.org/officeDocument/2006/relationships/image" Target="../media/image75.svg"/><Relationship Id="rId7" Type="http://schemas.openxmlformats.org/officeDocument/2006/relationships/image" Target="../media/image79.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3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3.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3.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85.png"/><Relationship Id="rId4" Type="http://schemas.openxmlformats.org/officeDocument/2006/relationships/hyperlink" Target="https://deepswe.datacurve.ai/"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91.png"/><Relationship Id="rId5" Type="http://schemas.openxmlformats.org/officeDocument/2006/relationships/image" Target="../media/image89.png"/><Relationship Id="rId4" Type="http://schemas.openxmlformats.org/officeDocument/2006/relationships/hyperlink" Target="https://arena.ai/leaderboard/text/pareto"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6.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5.png"/><Relationship Id="rId5" Type="http://schemas.openxmlformats.org/officeDocument/2006/relationships/image" Target="../media/image3.png"/><Relationship Id="rId10" Type="http://schemas.openxmlformats.org/officeDocument/2006/relationships/image" Target="../media/image94.png"/><Relationship Id="rId4" Type="http://schemas.openxmlformats.org/officeDocument/2006/relationships/image" Target="../media/image2.png"/><Relationship Id="rId9" Type="http://schemas.openxmlformats.org/officeDocument/2006/relationships/image" Target="../media/image93.png"/></Relationships>
</file>

<file path=ppt/slides/_rels/slide43.xml.rels><?xml version="1.0" encoding="UTF-8" standalone="yes"?>
<Relationships xmlns="http://schemas.openxmlformats.org/package/2006/relationships"><Relationship Id="rId3" Type="http://schemas.openxmlformats.org/officeDocument/2006/relationships/image" Target="../media/image98.png"/><Relationship Id="rId7" Type="http://schemas.openxmlformats.org/officeDocument/2006/relationships/image" Target="../media/image65.png"/><Relationship Id="rId2" Type="http://schemas.openxmlformats.org/officeDocument/2006/relationships/image" Target="../media/image97.png"/><Relationship Id="rId1" Type="http://schemas.openxmlformats.org/officeDocument/2006/relationships/slideLayout" Target="../slideLayouts/slideLayout3.xml"/><Relationship Id="rId6" Type="http://schemas.openxmlformats.org/officeDocument/2006/relationships/image" Target="../media/image66.jpeg"/><Relationship Id="rId5" Type="http://schemas.openxmlformats.org/officeDocument/2006/relationships/image" Target="../media/image54.png"/><Relationship Id="rId4" Type="http://schemas.openxmlformats.org/officeDocument/2006/relationships/image" Target="../media/image99.png"/></Relationships>
</file>

<file path=ppt/slides/_rels/slide44.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 Id="rId5" Type="http://schemas.openxmlformats.org/officeDocument/2006/relationships/image" Target="../media/image103.png"/><Relationship Id="rId4" Type="http://schemas.openxmlformats.org/officeDocument/2006/relationships/image" Target="../media/image102.png"/></Relationships>
</file>

<file path=ppt/slides/_rels/slide4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7.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8.png"/><Relationship Id="rId7" Type="http://schemas.openxmlformats.org/officeDocument/2006/relationships/image" Target="../media/image111.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2300.png"/><Relationship Id="rId4" Type="http://schemas.openxmlformats.org/officeDocument/2006/relationships/image" Target="../media/image109.png"/></Relationships>
</file>

<file path=ppt/slides/_rels/slide48.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13.png"/><Relationship Id="rId7" Type="http://schemas.openxmlformats.org/officeDocument/2006/relationships/image" Target="../media/image117.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 Id="rId9" Type="http://schemas.openxmlformats.org/officeDocument/2006/relationships/image" Target="../media/image1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9022799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2"/>
          <a:stretch>
            <a:fillRect/>
          </a:stretch>
        </p:blipFill>
        <p:spPr>
          <a:xfrm>
            <a:off x="0" y="1231066"/>
            <a:ext cx="9144000" cy="4395868"/>
          </a:xfrm>
          <a:prstGeom prst="rect">
            <a:avLst/>
          </a:prstGeom>
        </p:spPr>
      </p:pic>
    </p:spTree>
    <p:extLst>
      <p:ext uri="{BB962C8B-B14F-4D97-AF65-F5344CB8AC3E}">
        <p14:creationId xmlns:p14="http://schemas.microsoft.com/office/powerpoint/2010/main" val="18289672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p159:morph option="byObject"/>
      </p:transition>
    </mc:Choice>
    <mc:Fallback>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3707904" y="3809228"/>
            <a:ext cx="5436095" cy="2716116"/>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4901007" y="9220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
        <p:nvSpPr>
          <p:cNvPr id="3" name="文字方塊 2">
            <a:extLst>
              <a:ext uri="{FF2B5EF4-FFF2-40B4-BE49-F238E27FC236}">
                <a16:creationId xmlns:a16="http://schemas.microsoft.com/office/drawing/2014/main" id="{C0F54843-5DBB-EA74-B49B-292EF4873A75}"/>
              </a:ext>
            </a:extLst>
          </p:cNvPr>
          <p:cNvSpPr txBox="1"/>
          <p:nvPr/>
        </p:nvSpPr>
        <p:spPr>
          <a:xfrm>
            <a:off x="179512" y="3861048"/>
            <a:ext cx="4572000" cy="646331"/>
          </a:xfrm>
          <a:prstGeom prst="rect">
            <a:avLst/>
          </a:prstGeom>
          <a:noFill/>
        </p:spPr>
        <p:txBody>
          <a:bodyPr wrap="square">
            <a:spAutoFit/>
          </a:bodyPr>
          <a:lstStyle/>
          <a:p>
            <a:r>
              <a:rPr lang="zh-TW" altLang="en-US" dirty="0"/>
              <a:t>https://x.com/googlegemma/status/2051694045869879749</a:t>
            </a: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2867522" y="2643630"/>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2282225692"/>
              </p:ext>
            </p:extLst>
          </p:nvPr>
        </p:nvGraphicFramePr>
        <p:xfrm>
          <a:off x="3120606" y="2931662"/>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3946839" y="291335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3937663"/>
              </p:ext>
            </p:extLst>
          </p:nvPr>
        </p:nvGraphicFramePr>
        <p:xfrm>
          <a:off x="3748719" y="3153300"/>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3421354" y="3178304"/>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1012</TotalTime>
  <Words>18443</Words>
  <Application>Microsoft Office PowerPoint</Application>
  <PresentationFormat>如螢幕大小 (4:3)</PresentationFormat>
  <Paragraphs>2652</Paragraphs>
  <Slides>48</Slides>
  <Notes>39</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48</vt:i4>
      </vt:variant>
    </vt:vector>
  </HeadingPairs>
  <TitlesOfParts>
    <vt:vector size="66"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1878</cp:revision>
  <cp:lastPrinted>2024-07-30T01:44:15Z</cp:lastPrinted>
  <dcterms:created xsi:type="dcterms:W3CDTF">2019-11-08T03:01:47Z</dcterms:created>
  <dcterms:modified xsi:type="dcterms:W3CDTF">2026-09-03T06:07:17Z</dcterms:modified>
</cp:coreProperties>
</file>