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3561" r:id="rId2"/>
    <p:sldId id="3560" r:id="rId3"/>
    <p:sldId id="3563" r:id="rId4"/>
    <p:sldId id="3565" r:id="rId5"/>
    <p:sldId id="3566" r:id="rId6"/>
    <p:sldId id="3564" r:id="rId7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2026/9/30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2026/9/30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14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19" Type="http://schemas.openxmlformats.org/officeDocument/2006/relationships/image" Target="../media/image35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335768"/>
              </p:ext>
            </p:extLst>
          </p:nvPr>
        </p:nvGraphicFramePr>
        <p:xfrm>
          <a:off x="1623654" y="2820190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622508" y="4983961"/>
            <a:ext cx="1001262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88879" y="5541506"/>
            <a:ext cx="370910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629822"/>
              </p:ext>
            </p:extLst>
          </p:nvPr>
        </p:nvGraphicFramePr>
        <p:xfrm>
          <a:off x="2612067" y="2844180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774502"/>
              </p:ext>
            </p:extLst>
          </p:nvPr>
        </p:nvGraphicFramePr>
        <p:xfrm>
          <a:off x="4406696" y="2836066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67909"/>
              </p:ext>
            </p:extLst>
          </p:nvPr>
        </p:nvGraphicFramePr>
        <p:xfrm>
          <a:off x="5131117" y="283606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01292"/>
              </p:ext>
            </p:extLst>
          </p:nvPr>
        </p:nvGraphicFramePr>
        <p:xfrm>
          <a:off x="1917886" y="2836067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327375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162686"/>
              </p:ext>
            </p:extLst>
          </p:nvPr>
        </p:nvGraphicFramePr>
        <p:xfrm>
          <a:off x="2604277" y="214890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921544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2012104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311135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368583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87494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74319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961615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82331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965482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410793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37900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24725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50930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3430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2012104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737904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32737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63691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5090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422629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46800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88879" y="6046800"/>
            <a:ext cx="233750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914559" y="57233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88879" y="5860558"/>
            <a:ext cx="233750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541506"/>
            <a:ext cx="452615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914559" y="6035000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914559" y="5404346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46800"/>
            <a:ext cx="452615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127951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A1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427355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h-1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99190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46925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46800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>
            <a:off x="2418520" y="5306328"/>
            <a:ext cx="281269" cy="138896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914484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A0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93417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60558"/>
            <a:ext cx="452615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1115931" y="4584932"/>
            <a:ext cx="1079805" cy="356236"/>
          </a:xfrm>
          <a:prstGeom prst="wedgeRoundRectCallout">
            <a:avLst>
              <a:gd name="adj1" fmla="val 30610"/>
              <a:gd name="adj2" fmla="val 103584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823154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206914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9571481"/>
              </p:ext>
            </p:extLst>
          </p:nvPr>
        </p:nvGraphicFramePr>
        <p:xfrm>
          <a:off x="4123359" y="2291286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1" name="表格 120">
            <a:extLst>
              <a:ext uri="{FF2B5EF4-FFF2-40B4-BE49-F238E27FC236}">
                <a16:creationId xmlns:a16="http://schemas.microsoft.com/office/drawing/2014/main" id="{5510D0E8-2137-067B-4912-0FDC80B8D4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74412"/>
              </p:ext>
            </p:extLst>
          </p:nvPr>
        </p:nvGraphicFramePr>
        <p:xfrm>
          <a:off x="997916" y="4819594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2" name="表格 121">
            <a:extLst>
              <a:ext uri="{FF2B5EF4-FFF2-40B4-BE49-F238E27FC236}">
                <a16:creationId xmlns:a16="http://schemas.microsoft.com/office/drawing/2014/main" id="{F831C1E9-AAD8-C039-1426-90D3764A8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219043"/>
              </p:ext>
            </p:extLst>
          </p:nvPr>
        </p:nvGraphicFramePr>
        <p:xfrm>
          <a:off x="318321" y="381794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3" name="表格 122">
            <a:extLst>
              <a:ext uri="{FF2B5EF4-FFF2-40B4-BE49-F238E27FC236}">
                <a16:creationId xmlns:a16="http://schemas.microsoft.com/office/drawing/2014/main" id="{690931C8-4EE7-0DC1-D5DB-E98645D430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885648"/>
              </p:ext>
            </p:extLst>
          </p:nvPr>
        </p:nvGraphicFramePr>
        <p:xfrm>
          <a:off x="1582628" y="4132546"/>
          <a:ext cx="65393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4953643" y="451132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25" name="表格 124">
            <a:extLst>
              <a:ext uri="{FF2B5EF4-FFF2-40B4-BE49-F238E27FC236}">
                <a16:creationId xmlns:a16="http://schemas.microsoft.com/office/drawing/2014/main" id="{DCD1735D-9E95-D9CC-8B26-1EB0411ED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070174"/>
              </p:ext>
            </p:extLst>
          </p:nvPr>
        </p:nvGraphicFramePr>
        <p:xfrm>
          <a:off x="305599" y="571236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3104976"/>
            <a:ext cx="720136" cy="2273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5919284" y="550384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134" name="接點: 肘形 133">
            <a:extLst>
              <a:ext uri="{FF2B5EF4-FFF2-40B4-BE49-F238E27FC236}">
                <a16:creationId xmlns:a16="http://schemas.microsoft.com/office/drawing/2014/main" id="{B9570F86-6858-AEEC-3F37-CC9AA130F14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04253" y="6011108"/>
            <a:ext cx="430738" cy="734190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763744" y="2996976"/>
            <a:ext cx="504000" cy="21600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ED7E2B53-B154-CA41-C74C-B6282BF897B8}"/>
              </a:ext>
            </a:extLst>
          </p:cNvPr>
          <p:cNvSpPr/>
          <p:nvPr/>
        </p:nvSpPr>
        <p:spPr>
          <a:xfrm>
            <a:off x="4225290" y="578210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BB4271AA-F623-3FD1-B691-9BF203024A06}"/>
              </a:ext>
            </a:extLst>
          </p:cNvPr>
          <p:cNvSpPr txBox="1"/>
          <p:nvPr/>
        </p:nvSpPr>
        <p:spPr>
          <a:xfrm>
            <a:off x="561759" y="30290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84896"/>
            <a:ext cx="720136" cy="94740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720136" cy="34871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763744" y="3573016"/>
            <a:ext cx="504000" cy="216000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763744" y="2276896"/>
            <a:ext cx="504000" cy="2160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4" name="直線單箭頭接點 143">
            <a:extLst>
              <a:ext uri="{FF2B5EF4-FFF2-40B4-BE49-F238E27FC236}">
                <a16:creationId xmlns:a16="http://schemas.microsoft.com/office/drawing/2014/main" id="{46441C92-7A27-80FB-29F2-BCA55103EFA8}"/>
              </a:ext>
            </a:extLst>
          </p:cNvPr>
          <p:cNvCxnSpPr>
            <a:cxnSpLocks/>
          </p:cNvCxnSpPr>
          <p:nvPr/>
        </p:nvCxnSpPr>
        <p:spPr>
          <a:xfrm flipV="1">
            <a:off x="1652407" y="60804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46761" y="4132546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CC75FE5C-6383-587B-4BDB-302CB74F6C6C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/>
              <p:nvPr/>
            </p:nvSpPr>
            <p:spPr>
              <a:xfrm>
                <a:off x="5336998" y="6368058"/>
                <a:ext cx="19819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6998" y="6368058"/>
                <a:ext cx="198196" cy="215444"/>
              </a:xfrm>
              <a:prstGeom prst="rect">
                <a:avLst/>
              </a:prstGeom>
              <a:blipFill>
                <a:blip r:embed="rId3"/>
                <a:stretch>
                  <a:fillRect l="-39394" b="-3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5DFACD63-DEDC-1D38-9AC2-EB4623A47F29}"/>
                  </a:ext>
                </a:extLst>
              </p:cNvPr>
              <p:cNvSpPr txBox="1"/>
              <p:nvPr/>
            </p:nvSpPr>
            <p:spPr>
              <a:xfrm>
                <a:off x="5841561" y="6087977"/>
                <a:ext cx="2297039" cy="2213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Sup>
                        <m:sSubSup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5DFACD63-DEDC-1D38-9AC2-EB4623A47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6087977"/>
                <a:ext cx="2297039" cy="221343"/>
              </a:xfrm>
              <a:prstGeom prst="rect">
                <a:avLst/>
              </a:prstGeom>
              <a:blipFill>
                <a:blip r:embed="rId4"/>
                <a:stretch>
                  <a:fillRect l="-2653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9" name="文字方塊 168">
                <a:extLst>
                  <a:ext uri="{FF2B5EF4-FFF2-40B4-BE49-F238E27FC236}">
                    <a16:creationId xmlns:a16="http://schemas.microsoft.com/office/drawing/2014/main" id="{2ECE2803-2DF6-A913-A37C-7F8C5AC9A0C1}"/>
                  </a:ext>
                </a:extLst>
              </p:cNvPr>
              <p:cNvSpPr txBox="1"/>
              <p:nvPr/>
            </p:nvSpPr>
            <p:spPr>
              <a:xfrm>
                <a:off x="5841561" y="6354209"/>
                <a:ext cx="2482411" cy="2431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d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9" name="文字方塊 168">
                <a:extLst>
                  <a:ext uri="{FF2B5EF4-FFF2-40B4-BE49-F238E27FC236}">
                    <a16:creationId xmlns:a16="http://schemas.microsoft.com/office/drawing/2014/main" id="{2ECE2803-2DF6-A913-A37C-7F8C5AC9A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561" y="6354209"/>
                <a:ext cx="2482411" cy="243143"/>
              </a:xfrm>
              <a:prstGeom prst="rect">
                <a:avLst/>
              </a:prstGeom>
              <a:blipFill>
                <a:blip r:embed="rId5"/>
                <a:stretch>
                  <a:fillRect l="-2457" b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599344AF-F1F8-FD63-A937-3FBA6245DB1D}"/>
              </a:ext>
            </a:extLst>
          </p:cNvPr>
          <p:cNvSpPr txBox="1"/>
          <p:nvPr/>
        </p:nvSpPr>
        <p:spPr>
          <a:xfrm>
            <a:off x="704833" y="184754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983340" y="184754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85" name="文字方塊 184">
            <a:extLst>
              <a:ext uri="{FF2B5EF4-FFF2-40B4-BE49-F238E27FC236}">
                <a16:creationId xmlns:a16="http://schemas.microsoft.com/office/drawing/2014/main" id="{F7E25102-87C9-22FA-4C0B-F7E00DDC07DE}"/>
              </a:ext>
            </a:extLst>
          </p:cNvPr>
          <p:cNvSpPr txBox="1"/>
          <p:nvPr/>
        </p:nvSpPr>
        <p:spPr>
          <a:xfrm>
            <a:off x="320533" y="184754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1</a:t>
            </a:r>
            <a:endParaRPr lang="zh-TW" altLang="en-US" sz="1200" b="1" dirty="0"/>
          </a:p>
        </p:txBody>
      </p:sp>
      <p:cxnSp>
        <p:nvCxnSpPr>
          <p:cNvPr id="193" name="直線單箭頭接點 192">
            <a:extLst>
              <a:ext uri="{FF2B5EF4-FFF2-40B4-BE49-F238E27FC236}">
                <a16:creationId xmlns:a16="http://schemas.microsoft.com/office/drawing/2014/main" id="{D8CA9DE4-0821-D607-D030-CAB6723BAD7D}"/>
              </a:ext>
            </a:extLst>
          </p:cNvPr>
          <p:cNvCxnSpPr>
            <a:cxnSpLocks/>
          </p:cNvCxnSpPr>
          <p:nvPr/>
        </p:nvCxnSpPr>
        <p:spPr>
          <a:xfrm flipV="1">
            <a:off x="1141152" y="669398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線單箭頭接點 193">
            <a:extLst>
              <a:ext uri="{FF2B5EF4-FFF2-40B4-BE49-F238E27FC236}">
                <a16:creationId xmlns:a16="http://schemas.microsoft.com/office/drawing/2014/main" id="{EDE86359-490A-CF17-582B-23217EDAD9B5}"/>
              </a:ext>
            </a:extLst>
          </p:cNvPr>
          <p:cNvCxnSpPr>
            <a:cxnSpLocks/>
          </p:cNvCxnSpPr>
          <p:nvPr/>
        </p:nvCxnSpPr>
        <p:spPr>
          <a:xfrm flipV="1">
            <a:off x="1336664" y="6275908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22966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56EC539-5598-894F-CFBF-70B378201F28}"/>
              </a:ext>
            </a:extLst>
          </p:cNvPr>
          <p:cNvSpPr txBox="1"/>
          <p:nvPr/>
        </p:nvSpPr>
        <p:spPr>
          <a:xfrm>
            <a:off x="1230917" y="207556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22966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FDB48C87-17D2-0784-E986-2BA14C39D7FB}"/>
              </a:ext>
            </a:extLst>
          </p:cNvPr>
          <p:cNvSpPr txBox="1"/>
          <p:nvPr/>
        </p:nvSpPr>
        <p:spPr>
          <a:xfrm>
            <a:off x="1236678" y="344843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22966" y="290230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30917" y="2770563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1D79E310-4559-0CCB-B6F4-C1C3BBDD6D87}"/>
              </a:ext>
            </a:extLst>
          </p:cNvPr>
          <p:cNvSpPr/>
          <p:nvPr/>
        </p:nvSpPr>
        <p:spPr>
          <a:xfrm>
            <a:off x="1790062" y="5563693"/>
            <a:ext cx="474024" cy="394774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1840192" y="276143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graphicFrame>
        <p:nvGraphicFramePr>
          <p:cNvPr id="235" name="表格 234">
            <a:extLst>
              <a:ext uri="{FF2B5EF4-FFF2-40B4-BE49-F238E27FC236}">
                <a16:creationId xmlns:a16="http://schemas.microsoft.com/office/drawing/2014/main" id="{4171B599-C26B-2A13-7324-B63E9A9FC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47628"/>
              </p:ext>
            </p:extLst>
          </p:nvPr>
        </p:nvGraphicFramePr>
        <p:xfrm>
          <a:off x="253862" y="4422455"/>
          <a:ext cx="890017" cy="1139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32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81488665"/>
                    </a:ext>
                  </a:extLst>
                </a:gridCol>
                <a:gridCol w="22029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2788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5269881" y="2291286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123359" y="2056031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2713DA-7718-B9DA-96B5-42EA64DFB71B}"/>
              </a:ext>
            </a:extLst>
          </p:cNvPr>
          <p:cNvSpPr txBox="1"/>
          <p:nvPr/>
        </p:nvSpPr>
        <p:spPr>
          <a:xfrm>
            <a:off x="3879665" y="2286227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直角三角形 19">
            <a:extLst>
              <a:ext uri="{FF2B5EF4-FFF2-40B4-BE49-F238E27FC236}">
                <a16:creationId xmlns:a16="http://schemas.microsoft.com/office/drawing/2014/main" id="{DB3D77F9-695C-C37F-EB7A-CBB3C456A48D}"/>
              </a:ext>
            </a:extLst>
          </p:cNvPr>
          <p:cNvSpPr/>
          <p:nvPr/>
        </p:nvSpPr>
        <p:spPr>
          <a:xfrm rot="10800000">
            <a:off x="4407787" y="2355651"/>
            <a:ext cx="716852" cy="702814"/>
          </a:xfrm>
          <a:prstGeom prst="rtTriangle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4439053" y="276904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5820601" y="3965634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6597340"/>
              </p:ext>
            </p:extLst>
          </p:nvPr>
        </p:nvGraphicFramePr>
        <p:xfrm>
          <a:off x="2483768" y="2282921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7529017-2448-4DB7-E0A2-9EC484E2D443}"/>
                  </a:ext>
                </a:extLst>
              </p:cNvPr>
              <p:cNvSpPr txBox="1"/>
              <p:nvPr/>
            </p:nvSpPr>
            <p:spPr>
              <a:xfrm>
                <a:off x="4858921" y="2432693"/>
                <a:ext cx="19795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l-GR" altLang="zh-TW" sz="2000" b="1" i="0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𝚪</m:t>
                      </m:r>
                    </m:oMath>
                  </m:oMathPara>
                </a14:m>
                <a:endParaRPr lang="zh-TW" altLang="en-US" sz="20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ffectLst/>
                  <a:latin typeface="Symbol" panose="05050102010706020507" pitchFamily="18" charset="2"/>
                  <a:ea typeface="Dotum" panose="020B0600000101010101" pitchFamily="34" charset="-127"/>
                  <a:cs typeface="ADLaM Display" panose="02010000000000000000" pitchFamily="2" charset="0"/>
                </a:endParaRPr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7529017-2448-4DB7-E0A2-9EC484E2D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8921" y="2432693"/>
                <a:ext cx="197952" cy="307777"/>
              </a:xfrm>
              <a:prstGeom prst="rect">
                <a:avLst/>
              </a:prstGeom>
              <a:blipFill>
                <a:blip r:embed="rId6"/>
                <a:stretch>
                  <a:fillRect l="-30303" r="-30303" b="-98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矩形 39">
            <a:extLst>
              <a:ext uri="{FF2B5EF4-FFF2-40B4-BE49-F238E27FC236}">
                <a16:creationId xmlns:a16="http://schemas.microsoft.com/office/drawing/2014/main" id="{EDBC1421-9D84-2ABE-8388-D4E4AA99E60A}"/>
              </a:ext>
            </a:extLst>
          </p:cNvPr>
          <p:cNvSpPr/>
          <p:nvPr/>
        </p:nvSpPr>
        <p:spPr>
          <a:xfrm>
            <a:off x="3484564" y="3984983"/>
            <a:ext cx="274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W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51CED72-92ED-AB9B-F163-72ADF355E2AA}"/>
              </a:ext>
            </a:extLst>
          </p:cNvPr>
          <p:cNvSpPr/>
          <p:nvPr/>
        </p:nvSpPr>
        <p:spPr>
          <a:xfrm>
            <a:off x="3484564" y="4532757"/>
            <a:ext cx="274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W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88AA8C60-28F6-FB6E-FAB0-EE23F52E1516}"/>
              </a:ext>
            </a:extLst>
          </p:cNvPr>
          <p:cNvSpPr txBox="1"/>
          <p:nvPr/>
        </p:nvSpPr>
        <p:spPr>
          <a:xfrm>
            <a:off x="4021177" y="3978393"/>
            <a:ext cx="504000" cy="216000"/>
          </a:xfrm>
          <a:prstGeom prst="rect">
            <a:avLst/>
          </a:prstGeom>
          <a:noFill/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600" b="1" dirty="0">
                <a:solidFill>
                  <a:schemeClr val="accent4"/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4021177" y="4554433"/>
            <a:ext cx="504000" cy="216000"/>
          </a:xfrm>
          <a:prstGeom prst="rect">
            <a:avLst/>
          </a:prstGeom>
          <a:noFill/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600" b="1" dirty="0">
                <a:solidFill>
                  <a:schemeClr val="accent4"/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B7B82DBD-0881-07B9-D7CA-48786D49930D}"/>
              </a:ext>
            </a:extLst>
          </p:cNvPr>
          <p:cNvSpPr txBox="1"/>
          <p:nvPr/>
        </p:nvSpPr>
        <p:spPr>
          <a:xfrm>
            <a:off x="6177782" y="2982287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E86E3C5C-8996-AEA0-1053-892AE6ECC2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E263E097-B7A7-F7B7-65D9-BF155975849E}"/>
              </a:ext>
            </a:extLst>
          </p:cNvPr>
          <p:cNvSpPr txBox="1"/>
          <p:nvPr/>
        </p:nvSpPr>
        <p:spPr>
          <a:xfrm>
            <a:off x="372326" y="3719585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A5D60B2-EBE4-FC52-5A18-5E2017828A2A}"/>
              </a:ext>
            </a:extLst>
          </p:cNvPr>
          <p:cNvSpPr txBox="1"/>
          <p:nvPr/>
        </p:nvSpPr>
        <p:spPr>
          <a:xfrm>
            <a:off x="356091" y="350356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FD3735F8-96DC-1864-C8C3-B48F97898EAB}"/>
              </a:ext>
            </a:extLst>
          </p:cNvPr>
          <p:cNvSpPr txBox="1"/>
          <p:nvPr/>
        </p:nvSpPr>
        <p:spPr>
          <a:xfrm>
            <a:off x="4881104" y="5761080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B7415B50-C10A-E388-9F24-5F8A823755EA}"/>
              </a:ext>
            </a:extLst>
          </p:cNvPr>
          <p:cNvSpPr/>
          <p:nvPr/>
        </p:nvSpPr>
        <p:spPr>
          <a:xfrm>
            <a:off x="4225290" y="578210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D745DF39-7E09-05BD-A97A-E468243E724E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2F2C4EA-C995-23B8-861B-34476BC8BE8E}"/>
                  </a:ext>
                </a:extLst>
              </p:cNvPr>
              <p:cNvSpPr txBox="1"/>
              <p:nvPr/>
            </p:nvSpPr>
            <p:spPr>
              <a:xfrm>
                <a:off x="765804" y="4581114"/>
                <a:ext cx="2625078" cy="61218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1" i="0" smtClean="0">
                        <a:latin typeface="Cambria Math" panose="02040503050406030204" pitchFamily="18" charset="0"/>
                      </a:rPr>
                      <m:t>𝐝𝐢𝐚𝐠</m:t>
                    </m:r>
                    <m:d>
                      <m:dPr>
                        <m:ctrlPr>
                          <a:rPr lang="en-US" altLang="zh-TW" sz="12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2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1" i="0" smtClean="0">
                                <a:latin typeface="Cambria Math" panose="02040503050406030204" pitchFamily="18" charset="0"/>
                              </a:rPr>
                              <m:t>𝐠</m:t>
                            </m:r>
                          </m:e>
                          <m:sub>
                            <m:r>
                              <a:rPr lang="en-US" altLang="zh-TW" sz="1200" b="1" i="0" smtClean="0"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</a:p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2F2C4EA-C995-23B8-861B-34476BC8BE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804" y="4581114"/>
                <a:ext cx="2625078" cy="612187"/>
              </a:xfrm>
              <a:prstGeom prst="rect">
                <a:avLst/>
              </a:prstGeom>
              <a:blipFill>
                <a:blip r:embed="rId3"/>
                <a:stretch>
                  <a:fillRect l="-2093" t="-49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122B938A-6352-E066-4D2A-F8EB6D843D29}"/>
                  </a:ext>
                </a:extLst>
              </p:cNvPr>
              <p:cNvSpPr txBox="1"/>
              <p:nvPr/>
            </p:nvSpPr>
            <p:spPr>
              <a:xfrm>
                <a:off x="765804" y="2348880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122B938A-6352-E066-4D2A-F8EB6D843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804" y="2348880"/>
                <a:ext cx="1120515" cy="775130"/>
              </a:xfrm>
              <a:prstGeom prst="rect">
                <a:avLst/>
              </a:prstGeom>
              <a:blipFill>
                <a:blip r:embed="rId4"/>
                <a:stretch>
                  <a:fillRect l="-4372" t="-9449" r="-103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FC4BE8A4-18F5-C5FC-48AA-4E5E9EB7B2C8}"/>
                  </a:ext>
                </a:extLst>
              </p:cNvPr>
              <p:cNvSpPr txBox="1"/>
              <p:nvPr/>
            </p:nvSpPr>
            <p:spPr>
              <a:xfrm>
                <a:off x="278368" y="3760345"/>
                <a:ext cx="19819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FC4BE8A4-18F5-C5FC-48AA-4E5E9EB7B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368" y="3760345"/>
                <a:ext cx="198196" cy="215444"/>
              </a:xfrm>
              <a:prstGeom prst="rect">
                <a:avLst/>
              </a:prstGeom>
              <a:blipFill>
                <a:blip r:embed="rId5"/>
                <a:stretch>
                  <a:fillRect l="-43750" b="-3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A5B3ACFE-2F67-C35A-0275-4EB508079A49}"/>
                  </a:ext>
                </a:extLst>
              </p:cNvPr>
              <p:cNvSpPr txBox="1"/>
              <p:nvPr/>
            </p:nvSpPr>
            <p:spPr>
              <a:xfrm>
                <a:off x="278368" y="3974630"/>
                <a:ext cx="2297039" cy="2213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Sup>
                        <m:sSubSup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A5B3ACFE-2F67-C35A-0275-4EB508079A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368" y="3974630"/>
                <a:ext cx="2297039" cy="221343"/>
              </a:xfrm>
              <a:prstGeom prst="rect">
                <a:avLst/>
              </a:prstGeom>
              <a:blipFill>
                <a:blip r:embed="rId6"/>
                <a:stretch>
                  <a:fillRect l="-2660" b="-36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9" name="文字方塊 168">
                <a:extLst>
                  <a:ext uri="{FF2B5EF4-FFF2-40B4-BE49-F238E27FC236}">
                    <a16:creationId xmlns:a16="http://schemas.microsoft.com/office/drawing/2014/main" id="{BC1C459E-CE33-83AA-CC06-145092608115}"/>
                  </a:ext>
                </a:extLst>
              </p:cNvPr>
              <p:cNvSpPr txBox="1"/>
              <p:nvPr/>
            </p:nvSpPr>
            <p:spPr>
              <a:xfrm>
                <a:off x="278368" y="4198223"/>
                <a:ext cx="2482411" cy="2431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d>
                      <m: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9" name="文字方塊 168">
                <a:extLst>
                  <a:ext uri="{FF2B5EF4-FFF2-40B4-BE49-F238E27FC236}">
                    <a16:creationId xmlns:a16="http://schemas.microsoft.com/office/drawing/2014/main" id="{BC1C459E-CE33-83AA-CC06-145092608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368" y="4198223"/>
                <a:ext cx="2482411" cy="243143"/>
              </a:xfrm>
              <a:prstGeom prst="rect">
                <a:avLst/>
              </a:prstGeom>
              <a:blipFill>
                <a:blip r:embed="rId7"/>
                <a:stretch>
                  <a:fillRect l="-2457" b="-2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B264865C-6FD2-F1C3-47A6-2274B3EAD1C6}"/>
                  </a:ext>
                </a:extLst>
              </p:cNvPr>
              <p:cNvSpPr txBox="1"/>
              <p:nvPr/>
            </p:nvSpPr>
            <p:spPr>
              <a:xfrm>
                <a:off x="858639" y="5959184"/>
                <a:ext cx="1555939" cy="2128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QK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B264865C-6FD2-F1C3-47A6-2274B3EAD1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639" y="5959184"/>
                <a:ext cx="1555939" cy="212815"/>
              </a:xfrm>
              <a:prstGeom prst="rect">
                <a:avLst/>
              </a:prstGeom>
              <a:blipFill>
                <a:blip r:embed="rId8"/>
                <a:stretch>
                  <a:fillRect l="-3529" r="-392" b="-264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矩形 176">
            <a:extLst>
              <a:ext uri="{FF2B5EF4-FFF2-40B4-BE49-F238E27FC236}">
                <a16:creationId xmlns:a16="http://schemas.microsoft.com/office/drawing/2014/main" id="{E66D45D0-2A98-ECDA-50E0-2CC8F271ECDF}"/>
              </a:ext>
            </a:extLst>
          </p:cNvPr>
          <p:cNvSpPr/>
          <p:nvPr/>
        </p:nvSpPr>
        <p:spPr>
          <a:xfrm>
            <a:off x="765804" y="2024949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Manba2/GLA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648F441B-5E59-3323-52FA-DB7CDB79A3E5}"/>
                  </a:ext>
                </a:extLst>
              </p:cNvPr>
              <p:cNvSpPr txBox="1"/>
              <p:nvPr/>
            </p:nvSpPr>
            <p:spPr>
              <a:xfrm>
                <a:off x="372326" y="5177609"/>
                <a:ext cx="4012855" cy="1351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</m:oMath>
                </a14:m>
                <a:r>
                  <a:rPr lang="en-US" altLang="zh-TW" sz="1200" dirty="0">
                    <a:solidFill>
                      <a:schemeClr val="accent5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altLang="zh-TW" sz="1200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altLang="zh-TW" sz="12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altLang="zh-TW" sz="1200" i="1" dirty="0">
                  <a:solidFill>
                    <a:schemeClr val="accent5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TW" sz="1200" b="0" i="1" dirty="0">
                  <a:solidFill>
                    <a:schemeClr val="accent5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altLang="zh-TW" sz="1200" i="1" dirty="0">
                    <a:solidFill>
                      <a:schemeClr val="accent5"/>
                    </a:solidFill>
                    <a:latin typeface="Cambria Math" panose="02040503050406030204" pitchFamily="18" charset="0"/>
                  </a:rPr>
                  <a:t>….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nor/>
                      </m:rPr>
                      <a:rPr lang="en-US" altLang="zh-TW" sz="1200" i="0" dirty="0"/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∏"/>
                            <m:limLoc m:val="subSup"/>
                            <m:ctrlPr>
                              <a:rPr lang="zh-TW" altLang="en-US" sz="12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zh-TW" altLang="en-US" sz="12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sty m:val="p"/>
                                <m:brk m:alnAt="25"/>
                              </m:rPr>
                              <a:rPr lang="en-US" altLang="zh-TW" sz="12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  <m:e>
                            <m:sSub>
                              <m:sSubPr>
                                <m:ctrlPr>
                                  <a:rPr lang="zh-TW" altLang="en-US" sz="1200" b="0" i="1" smtClean="0">
                                    <a:solidFill>
                                      <a:schemeClr val="accent2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solidFill>
                                      <a:schemeClr val="accent2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sub>
                            </m:sSub>
                          </m:e>
                        </m:nary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648F441B-5E59-3323-52FA-DB7CDB79A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326" y="5177609"/>
                <a:ext cx="4012855" cy="1351717"/>
              </a:xfrm>
              <a:prstGeom prst="rect">
                <a:avLst/>
              </a:prstGeom>
              <a:blipFill>
                <a:blip r:embed="rId9"/>
                <a:stretch>
                  <a:fillRect l="-2280" t="-450" r="-760" b="-324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F3A370EA-4CCE-C203-F271-FAA47E020F88}"/>
                  </a:ext>
                </a:extLst>
              </p:cNvPr>
              <p:cNvSpPr txBox="1"/>
              <p:nvPr/>
            </p:nvSpPr>
            <p:spPr>
              <a:xfrm>
                <a:off x="796074" y="3366876"/>
                <a:ext cx="1276440" cy="1880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F3A370EA-4CCE-C203-F271-FAA47E020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074" y="3366876"/>
                <a:ext cx="1276440" cy="188000"/>
              </a:xfrm>
              <a:prstGeom prst="rect">
                <a:avLst/>
              </a:prstGeom>
              <a:blipFill>
                <a:blip r:embed="rId10"/>
                <a:stretch>
                  <a:fillRect l="-4306" b="-258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00C9782-C54B-76DD-4BF9-2862B22090BD}"/>
                  </a:ext>
                </a:extLst>
              </p:cNvPr>
              <p:cNvSpPr txBox="1"/>
              <p:nvPr/>
            </p:nvSpPr>
            <p:spPr>
              <a:xfrm>
                <a:off x="796074" y="3136606"/>
                <a:ext cx="2485680" cy="1887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00C9782-C54B-76DD-4BF9-2862B2209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074" y="3136606"/>
                <a:ext cx="2485680" cy="188770"/>
              </a:xfrm>
              <a:prstGeom prst="rect">
                <a:avLst/>
              </a:prstGeom>
              <a:blipFill>
                <a:blip r:embed="rId11"/>
                <a:stretch>
                  <a:fillRect l="-2211" t="-3226" b="-387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680BDEB-FA65-B632-A4B9-DF94FC71C45C}"/>
                  </a:ext>
                </a:extLst>
              </p:cNvPr>
              <p:cNvSpPr txBox="1"/>
              <p:nvPr/>
            </p:nvSpPr>
            <p:spPr>
              <a:xfrm>
                <a:off x="765804" y="5362780"/>
                <a:ext cx="2287310" cy="2301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GPU</m:t>
                      </m:r>
                      <m: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cat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,…,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680BDEB-FA65-B632-A4B9-DF94FC71C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804" y="5362780"/>
                <a:ext cx="2287310" cy="230128"/>
              </a:xfrm>
              <a:prstGeom prst="rect">
                <a:avLst/>
              </a:prstGeom>
              <a:blipFill>
                <a:blip r:embed="rId12"/>
                <a:stretch>
                  <a:fillRect l="-2400" r="-2133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C86656DC-EEFC-EEEB-9AB5-2F6638047D99}"/>
                  </a:ext>
                </a:extLst>
              </p:cNvPr>
              <p:cNvSpPr txBox="1"/>
              <p:nvPr/>
            </p:nvSpPr>
            <p:spPr>
              <a:xfrm>
                <a:off x="4721217" y="3455745"/>
                <a:ext cx="2368829" cy="4773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, </m:t>
                    </m:r>
                    <m:r>
                      <m:rPr>
                        <m:sty m:val="p"/>
                      </m:rPr>
                      <a:rPr lang="el-GR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α</m:t>
                    </m:r>
                    <m:r>
                      <a:rPr lang="el-GR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</a:p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C86656DC-EEFC-EEEB-9AB5-2F6638047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1217" y="3455745"/>
                <a:ext cx="2368829" cy="477311"/>
              </a:xfrm>
              <a:prstGeom prst="rect">
                <a:avLst/>
              </a:prstGeom>
              <a:blipFill>
                <a:blip r:embed="rId13"/>
                <a:stretch>
                  <a:fillRect l="-2314"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736292" y="1292720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6292" y="1292720"/>
                <a:ext cx="1120515" cy="775130"/>
              </a:xfrm>
              <a:prstGeom prst="rect">
                <a:avLst/>
              </a:prstGeom>
              <a:blipFill>
                <a:blip r:embed="rId4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7DF9F75C-6E56-15EC-968D-621FF376D17F}"/>
                  </a:ext>
                </a:extLst>
              </p:cNvPr>
              <p:cNvSpPr txBox="1"/>
              <p:nvPr/>
            </p:nvSpPr>
            <p:spPr>
              <a:xfrm>
                <a:off x="4932040" y="2780928"/>
                <a:ext cx="2297039" cy="2084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QK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zh-TW" altLang="en-US" sz="120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Nx</m:t>
                          </m:r>
                          <m:r>
                            <m:rPr>
                              <m:sty m:val="p"/>
                            </m:rPr>
                            <a:rPr lang="en-US" altLang="zh-TW" sz="1200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</m:oMath>
                  </m:oMathPara>
                </a14:m>
                <a:endParaRPr lang="en-US" altLang="zh-TW" sz="1200" b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7DF9F75C-6E56-15EC-968D-621FF376D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2040" y="2780928"/>
                <a:ext cx="2297039" cy="208455"/>
              </a:xfrm>
              <a:prstGeom prst="rect">
                <a:avLst/>
              </a:prstGeom>
              <a:blipFill>
                <a:blip r:embed="rId14"/>
                <a:stretch>
                  <a:fillRect l="-2122" b="-264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721217" y="980728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A76E9326-0160-772E-3D98-0D583182BA6B}"/>
                  </a:ext>
                </a:extLst>
              </p:cNvPr>
              <p:cNvSpPr txBox="1"/>
              <p:nvPr/>
            </p:nvSpPr>
            <p:spPr>
              <a:xfrm>
                <a:off x="5413565" y="5673140"/>
                <a:ext cx="2464231" cy="4082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borderBox>
                        <m:borderBox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5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q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k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j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borderBox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dx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A76E9326-0160-772E-3D98-0D583182B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565" y="5673140"/>
                <a:ext cx="2464231" cy="408264"/>
              </a:xfrm>
              <a:prstGeom prst="rect">
                <a:avLst/>
              </a:prstGeom>
              <a:blipFill>
                <a:blip r:embed="rId15"/>
                <a:stretch>
                  <a:fillRect l="-2228" t="-179104" r="-1980" b="-2238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74A0121A-46C5-E774-CE75-0D4FF34C8E03}"/>
                  </a:ext>
                </a:extLst>
              </p:cNvPr>
              <p:cNvSpPr txBox="1"/>
              <p:nvPr/>
            </p:nvSpPr>
            <p:spPr>
              <a:xfrm>
                <a:off x="6456850" y="5071080"/>
                <a:ext cx="2287310" cy="2301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GPU</m:t>
                      </m:r>
                      <m: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cat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,…,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74A0121A-46C5-E774-CE75-0D4FF34C8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850" y="5071080"/>
                <a:ext cx="2287310" cy="230128"/>
              </a:xfrm>
              <a:prstGeom prst="rect">
                <a:avLst/>
              </a:prstGeom>
              <a:blipFill>
                <a:blip r:embed="rId16"/>
                <a:stretch>
                  <a:fillRect l="-2400" r="-2400" b="-184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716016" y="324433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Manba2/GLA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765179" y="2067850"/>
                <a:ext cx="1666675" cy="2062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5179" y="2067850"/>
                <a:ext cx="1666675" cy="206210"/>
              </a:xfrm>
              <a:prstGeom prst="rect">
                <a:avLst/>
              </a:prstGeom>
              <a:blipFill>
                <a:blip r:embed="rId17"/>
                <a:stretch>
                  <a:fillRect l="-3297" t="-5882" b="-14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A99C4051-802B-1A20-FE39-5DFE699E61B6}"/>
                  </a:ext>
                </a:extLst>
              </p:cNvPr>
              <p:cNvSpPr txBox="1"/>
              <p:nvPr/>
            </p:nvSpPr>
            <p:spPr>
              <a:xfrm>
                <a:off x="4365341" y="4188314"/>
                <a:ext cx="4012855" cy="62901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nor/>
                      </m:rPr>
                      <a:rPr lang="en-US" altLang="zh-TW" sz="1200" i="0" dirty="0"/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∏"/>
                            <m:limLoc m:val="subSup"/>
                            <m:ctrlPr>
                              <a:rPr lang="zh-TW" altLang="en-US" sz="1200" b="0" i="0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5"/>
                              </m:rPr>
                              <a:rPr lang="zh-TW" altLang="en-US" sz="1200" b="0" i="0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τ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0" i="0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sty m:val="p"/>
                                <m:brk m:alnAt="25"/>
                              </m:rPr>
                              <a:rPr lang="en-US" altLang="zh-TW" sz="1200" b="0" i="0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0" i="0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0" i="0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  <m:e>
                            <m:sSub>
                              <m:sSubPr>
                                <m:ctrlPr>
                                  <a:rPr lang="zh-TW" altLang="en-US" sz="1200" b="0" i="0" smtClean="0">
                                    <a:solidFill>
                                      <a:schemeClr val="accent2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zh-TW" altLang="en-US" sz="1200" b="0" i="0" smtClean="0">
                                    <a:solidFill>
                                      <a:schemeClr val="accent2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schemeClr val="accent2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τ</m:t>
                                </m:r>
                              </m:sub>
                            </m:sSub>
                          </m:e>
                        </m:nary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zh-TW" altLang="en-US" sz="12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12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zh-TW" altLang="en-US" sz="1200" i="1" smtClean="0"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</a:p>
              <a:p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A99C4051-802B-1A20-FE39-5DFE699E6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5341" y="4188314"/>
                <a:ext cx="4012855" cy="629018"/>
              </a:xfrm>
              <a:prstGeom prst="rect">
                <a:avLst/>
              </a:prstGeom>
              <a:blipFill>
                <a:blip r:embed="rId18"/>
                <a:stretch>
                  <a:fillRect l="-1368" t="-47573" r="-760" b="-737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736292" y="2414735"/>
                <a:ext cx="4012855" cy="2221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6292" y="2414735"/>
                <a:ext cx="4012855" cy="222177"/>
              </a:xfrm>
              <a:prstGeom prst="rect">
                <a:avLst/>
              </a:prstGeom>
              <a:blipFill>
                <a:blip r:embed="rId19"/>
                <a:stretch>
                  <a:fillRect l="-1368" t="-132432" r="-760" b="-2054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9C2B25F2-C920-22F1-3449-A21C3461FB73}"/>
                  </a:ext>
                </a:extLst>
              </p:cNvPr>
              <p:cNvSpPr txBox="1"/>
              <p:nvPr/>
            </p:nvSpPr>
            <p:spPr>
              <a:xfrm>
                <a:off x="5598516" y="6093296"/>
                <a:ext cx="2297039" cy="2084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zh-TW" altLang="en-US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Nx</m:t>
                          </m:r>
                          <m:r>
                            <m:rPr>
                              <m:sty m:val="p"/>
                            </m:rPr>
                            <a:rPr lang="en-US" altLang="zh-TW" sz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</m:oMath>
                  </m:oMathPara>
                </a14:m>
                <a:endParaRPr lang="en-US" altLang="zh-TW" sz="1200" b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9C2B25F2-C920-22F1-3449-A21C3461F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8516" y="6093296"/>
                <a:ext cx="2297039" cy="208455"/>
              </a:xfrm>
              <a:prstGeom prst="rect">
                <a:avLst/>
              </a:prstGeom>
              <a:blipFill>
                <a:blip r:embed="rId20"/>
                <a:stretch>
                  <a:fillRect l="-2122" b="-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880</TotalTime>
  <Words>1303</Words>
  <Application>Microsoft Office PowerPoint</Application>
  <PresentationFormat>如螢幕大小 (4:3)</PresentationFormat>
  <Paragraphs>705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Noto Sans HK</vt:lpstr>
      <vt:lpstr>微軟正黑體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1999</cp:revision>
  <cp:lastPrinted>2024-07-30T01:44:15Z</cp:lastPrinted>
  <dcterms:created xsi:type="dcterms:W3CDTF">2019-11-08T03:01:47Z</dcterms:created>
  <dcterms:modified xsi:type="dcterms:W3CDTF">2026-09-30T09:23:04Z</dcterms:modified>
</cp:coreProperties>
</file>