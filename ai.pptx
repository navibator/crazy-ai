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85" r:id="rId18"/>
    <p:sldId id="3460"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71875"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90.pn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0.png"/><Relationship Id="rId5" Type="http://schemas.openxmlformats.org/officeDocument/2006/relationships/image" Target="../media/image170.png"/><Relationship Id="rId15" Type="http://schemas.openxmlformats.org/officeDocument/2006/relationships/image" Target="../media/image41.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4.sv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443989240"/>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012959"/>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008857"/>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127417"/>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007143"/>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12570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373230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68460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751084"/>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745199"/>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017640"/>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017640"/>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112645"/>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394299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4890678"/>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122170"/>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04295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046384"/>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099344"/>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03446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717032"/>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3929665"/>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495110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4951103"/>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495110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780928"/>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079757"/>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72222"/>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573016"/>
            <a:ext cx="867263" cy="21438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1297242269"/>
                  </p:ext>
                </p:extLst>
              </p:nvPr>
            </p:nvGraphicFramePr>
            <p:xfrm>
              <a:off x="539552" y="1032054"/>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1297242269"/>
                  </p:ext>
                </p:extLst>
              </p:nvPr>
            </p:nvGraphicFramePr>
            <p:xfrm>
              <a:off x="539552" y="1032054"/>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6565" r="-125191"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5897" r="-40171"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076" t="-97917" r="-186709"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Example</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309109" y="2034918"/>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85" name="矩形 84">
            <a:extLst>
              <a:ext uri="{FF2B5EF4-FFF2-40B4-BE49-F238E27FC236}">
                <a16:creationId xmlns:a16="http://schemas.microsoft.com/office/drawing/2014/main" id="{B4007E10-EBE6-426F-0B1C-A491696B0EF8}"/>
              </a:ext>
            </a:extLst>
          </p:cNvPr>
          <p:cNvSpPr/>
          <p:nvPr/>
        </p:nvSpPr>
        <p:spPr>
          <a:xfrm>
            <a:off x="6444208" y="1784479"/>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606377" y="2688406"/>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269865" y="108191"/>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606376" y="3665829"/>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448134" y="2693596"/>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237674" y="1049497"/>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448134" y="3665829"/>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84884" y="4307748"/>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sp>
        <p:nvSpPr>
          <p:cNvPr id="139" name="語音泡泡: 圓角矩形 138">
            <a:extLst>
              <a:ext uri="{FF2B5EF4-FFF2-40B4-BE49-F238E27FC236}">
                <a16:creationId xmlns:a16="http://schemas.microsoft.com/office/drawing/2014/main" id="{D1F42533-73DB-57E0-AF01-D7B592868FD3}"/>
              </a:ext>
            </a:extLst>
          </p:cNvPr>
          <p:cNvSpPr/>
          <p:nvPr/>
        </p:nvSpPr>
        <p:spPr>
          <a:xfrm>
            <a:off x="4340905" y="4509120"/>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92080" y="4509120"/>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436057" y="1704603"/>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77208" y="2009775"/>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966864" y="2009775"/>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262536" y="1700808"/>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a:t>
                </a:r>
                <a:r>
                  <a:rPr lang="en-US" altLang="zh-TW" sz="1200" dirty="0" err="1"/>
                  <a:t>y</a:t>
                </a:r>
                <a:r>
                  <a:rPr lang="en-US" altLang="zh-TW" sz="1200" baseline="-25000" dirty="0" err="1"/>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err="1">
                <a:solidFill>
                  <a:srgbClr val="7030A0"/>
                </a:solidFill>
              </a:rPr>
              <a:t>y</a:t>
            </a:r>
            <a:r>
              <a:rPr lang="en-US" altLang="zh-TW" sz="1600" b="1" baseline="-25000" dirty="0" err="1">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C548BF71-4D01-8165-7351-86FF34B06B2E}"/>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4881357" y="135535"/>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62</TotalTime>
  <Words>6249</Words>
  <Application>Microsoft Office PowerPoint</Application>
  <PresentationFormat>如螢幕大小 (4:3)</PresentationFormat>
  <Paragraphs>1310</Paragraphs>
  <Slides>21</Slides>
  <Notes>19</Notes>
  <HiddenSlides>1</HiddenSlides>
  <MMClips>0</MMClips>
  <ScaleCrop>false</ScaleCrop>
  <HeadingPairs>
    <vt:vector size="6" baseType="variant">
      <vt:variant>
        <vt:lpstr>使用字型</vt:lpstr>
      </vt:variant>
      <vt:variant>
        <vt:i4>14</vt:i4>
      </vt:variant>
      <vt:variant>
        <vt:lpstr>佈景主題</vt:lpstr>
      </vt:variant>
      <vt:variant>
        <vt:i4>1</vt:i4>
      </vt:variant>
      <vt:variant>
        <vt:lpstr>投影片標題</vt:lpstr>
      </vt:variant>
      <vt:variant>
        <vt:i4>21</vt:i4>
      </vt:variant>
    </vt:vector>
  </HeadingPairs>
  <TitlesOfParts>
    <vt:vector size="36"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1726</cp:revision>
  <cp:lastPrinted>2024-07-30T01:44:15Z</cp:lastPrinted>
  <dcterms:created xsi:type="dcterms:W3CDTF">2019-11-08T03:01:47Z</dcterms:created>
  <dcterms:modified xsi:type="dcterms:W3CDTF">2026-07-13T03:38:56Z</dcterms:modified>
</cp:coreProperties>
</file>