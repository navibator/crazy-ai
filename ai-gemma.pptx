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08" r:id="rId12"/>
    <p:sldId id="3496" r:id="rId13"/>
    <p:sldId id="3505" r:id="rId14"/>
    <p:sldId id="3482" r:id="rId15"/>
    <p:sldId id="3507" r:id="rId16"/>
    <p:sldId id="3510" r:id="rId17"/>
    <p:sldId id="3489" r:id="rId18"/>
    <p:sldId id="3495" r:id="rId19"/>
    <p:sldId id="3503" r:id="rId20"/>
    <p:sldId id="3460" r:id="rId21"/>
    <p:sldId id="3504" r:id="rId22"/>
    <p:sldId id="257" r:id="rId23"/>
    <p:sldId id="265" r:id="rId2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08"/>
            <p14:sldId id="3496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5" autoAdjust="0"/>
  </p:normalViewPr>
  <p:slideViewPr>
    <p:cSldViewPr>
      <p:cViewPr>
        <p:scale>
          <a:sx n="100" d="100"/>
          <a:sy n="100" d="100"/>
        </p:scale>
        <p:origin x="726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23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如何駕馭自己的模型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…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0344260"/>
              </p:ext>
            </p:extLst>
          </p:nvPr>
        </p:nvGraphicFramePr>
        <p:xfrm>
          <a:off x="1403649" y="4338477"/>
          <a:ext cx="2160240" cy="14177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70411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14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49956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958497"/>
              </p:ext>
            </p:extLst>
          </p:nvPr>
        </p:nvGraphicFramePr>
        <p:xfrm>
          <a:off x="107504" y="2106452"/>
          <a:ext cx="1097863" cy="98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86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39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7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0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279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279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217100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15537"/>
              </p:ext>
            </p:extLst>
          </p:nvPr>
        </p:nvGraphicFramePr>
        <p:xfrm>
          <a:off x="4839874" y="5842899"/>
          <a:ext cx="389022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94673"/>
              </p:ext>
            </p:extLst>
          </p:nvPr>
        </p:nvGraphicFramePr>
        <p:xfrm>
          <a:off x="6660232" y="3867127"/>
          <a:ext cx="1944216" cy="1315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JAX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Keras | Unsloth |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TensorFlow/PyTorch/JAX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90746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720648"/>
              </p:ext>
            </p:extLst>
          </p:nvPr>
        </p:nvGraphicFramePr>
        <p:xfrm>
          <a:off x="1403650" y="3277603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526" y="2778806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671" y="2778806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8975382"/>
              </p:ext>
            </p:extLst>
          </p:nvPr>
        </p:nvGraphicFramePr>
        <p:xfrm>
          <a:off x="107504" y="1054119"/>
          <a:ext cx="1097863" cy="8026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86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39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Platform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7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0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Kaggle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279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14" name="群組 13">
            <a:extLst>
              <a:ext uri="{FF2B5EF4-FFF2-40B4-BE49-F238E27FC236}">
                <a16:creationId xmlns:a16="http://schemas.microsoft.com/office/drawing/2014/main" id="{A6D0A5DC-9EB1-E407-4ED9-C4F71AC92360}"/>
              </a:ext>
            </a:extLst>
          </p:cNvPr>
          <p:cNvGrpSpPr/>
          <p:nvPr/>
        </p:nvGrpSpPr>
        <p:grpSpPr>
          <a:xfrm>
            <a:off x="1205367" y="4279358"/>
            <a:ext cx="1533519" cy="672705"/>
            <a:chOff x="1886353" y="3356992"/>
            <a:chExt cx="1533519" cy="672705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1886353" y="3356992"/>
              <a:ext cx="1533519" cy="672705"/>
            </a:xfrm>
            <a:prstGeom prst="wedgeRoundRectCallout">
              <a:avLst>
                <a:gd name="adj1" fmla="val 17948"/>
                <a:gd name="adj2" fmla="val 78262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72000" rIns="0" bIns="0" rtlCol="0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Runtime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Framework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79712" y="3488854"/>
              <a:ext cx="403241" cy="4208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742597"/>
              </p:ext>
            </p:extLst>
          </p:nvPr>
        </p:nvGraphicFramePr>
        <p:xfrm>
          <a:off x="569512" y="692711"/>
          <a:ext cx="8004976" cy="476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100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849116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1181982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756260">
                  <a:extLst>
                    <a:ext uri="{9D8B030D-6E8A-4147-A177-3AD203B41FA5}">
                      <a16:colId xmlns:a16="http://schemas.microsoft.com/office/drawing/2014/main" val="1819915356"/>
                    </a:ext>
                  </a:extLst>
                </a:gridCol>
                <a:gridCol w="1756259">
                  <a:extLst>
                    <a:ext uri="{9D8B030D-6E8A-4147-A177-3AD203B41FA5}">
                      <a16:colId xmlns:a16="http://schemas.microsoft.com/office/drawing/2014/main" val="2446138235"/>
                    </a:ext>
                  </a:extLst>
                </a:gridCol>
                <a:gridCol w="1756259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216009">
                <a:tc gridSpan="6"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4115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Tiny ML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On-Device LLM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793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Qwen3-4B-Instruct</a:t>
                      </a:r>
                      <a:endParaRPr lang="zh-TW" altLang="en-US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3.2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793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 &amp; SFT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 Keras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97560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97560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Lite RT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Converter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588913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Runtime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 RT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907465"/>
                  </a:ext>
                </a:extLst>
              </a:tr>
              <a:tr h="427715">
                <a:tc vMerge="1">
                  <a:txBody>
                    <a:bodyPr/>
                    <a:lstStyle/>
                    <a:p>
                      <a:pPr/>
                      <a:endParaRPr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Hardware</a:t>
                      </a:r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X</a:t>
                      </a:r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x</a:t>
                      </a:r>
                      <a:endParaRPr dirty="0"/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ARM / </a:t>
                      </a:r>
                      <a:r>
                        <a:rPr lang="en-US" altLang="zh-TW" sz="1200" dirty="0" err="1"/>
                        <a:t>AIchip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x</a:t>
                      </a:r>
                      <a:endParaRPr lang="zh-TW" altLang="en-US"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406638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Raspberry Pi 5 /  NPU / PC</a:t>
                      </a:r>
                      <a:endParaRPr lang="zh-TW" altLang="en-US"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5448304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120" y="332656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4328" y="356667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字方塊 57">
            <a:extLst>
              <a:ext uri="{FF2B5EF4-FFF2-40B4-BE49-F238E27FC236}">
                <a16:creationId xmlns:a16="http://schemas.microsoft.com/office/drawing/2014/main" id="{2FA5271A-6251-9F6D-E4BF-8C7BBF6BE8DB}"/>
              </a:ext>
            </a:extLst>
          </p:cNvPr>
          <p:cNvSpPr txBox="1"/>
          <p:nvPr/>
        </p:nvSpPr>
        <p:spPr>
          <a:xfrm>
            <a:off x="7299516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463592"/>
              </p:ext>
            </p:extLst>
          </p:nvPr>
        </p:nvGraphicFramePr>
        <p:xfrm>
          <a:off x="716896" y="4109028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x35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F544B70C-E4B4-1CCF-D188-78F665C0D6F8}"/>
              </a:ext>
            </a:extLst>
          </p:cNvPr>
          <p:cNvSpPr/>
          <p:nvPr/>
        </p:nvSpPr>
        <p:spPr>
          <a:xfrm>
            <a:off x="7013835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4C6653E2-E464-B67F-542C-626C1C49F7FF}"/>
              </a:ext>
            </a:extLst>
          </p:cNvPr>
          <p:cNvSpPr txBox="1"/>
          <p:nvPr/>
        </p:nvSpPr>
        <p:spPr>
          <a:xfrm>
            <a:off x="7157851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A4DA872E-47D3-7A6D-BE96-70A23B1006A7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1FE51C67-71A2-A3A5-E1FA-B717129CA894}"/>
              </a:ext>
            </a:extLst>
          </p:cNvPr>
          <p:cNvSpPr txBox="1"/>
          <p:nvPr/>
        </p:nvSpPr>
        <p:spPr>
          <a:xfrm>
            <a:off x="7157851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F5D3F3E7-E4F3-965F-8F04-7A64D5D57113}"/>
              </a:ext>
            </a:extLst>
          </p:cNvPr>
          <p:cNvSpPr txBox="1"/>
          <p:nvPr/>
        </p:nvSpPr>
        <p:spPr>
          <a:xfrm>
            <a:off x="7157851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61" name="直線單箭頭接點 60">
            <a:extLst>
              <a:ext uri="{FF2B5EF4-FFF2-40B4-BE49-F238E27FC236}">
                <a16:creationId xmlns:a16="http://schemas.microsoft.com/office/drawing/2014/main" id="{329C200D-76D7-0142-2C84-0D0C4C97F4FA}"/>
              </a:ext>
            </a:extLst>
          </p:cNvPr>
          <p:cNvCxnSpPr>
            <a:cxnSpLocks/>
            <a:stCxn id="59" idx="0"/>
            <a:endCxn id="60" idx="2"/>
          </p:cNvCxnSpPr>
          <p:nvPr/>
        </p:nvCxnSpPr>
        <p:spPr>
          <a:xfrm flipV="1">
            <a:off x="7733915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C5B3142A-D863-64FB-0BC8-59567C7436B5}"/>
              </a:ext>
            </a:extLst>
          </p:cNvPr>
          <p:cNvCxnSpPr>
            <a:cxnSpLocks/>
            <a:stCxn id="56" idx="0"/>
            <a:endCxn id="59" idx="2"/>
          </p:cNvCxnSpPr>
          <p:nvPr/>
        </p:nvCxnSpPr>
        <p:spPr>
          <a:xfrm flipV="1">
            <a:off x="7733915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BB7C1B6D-A99F-B1F2-96FB-F86F15FE3897}"/>
              </a:ext>
            </a:extLst>
          </p:cNvPr>
          <p:cNvCxnSpPr>
            <a:cxnSpLocks/>
            <a:stCxn id="58" idx="0"/>
            <a:endCxn id="57" idx="2"/>
          </p:cNvCxnSpPr>
          <p:nvPr/>
        </p:nvCxnSpPr>
        <p:spPr>
          <a:xfrm flipH="1" flipV="1">
            <a:off x="7733915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單箭頭接點 63">
            <a:extLst>
              <a:ext uri="{FF2B5EF4-FFF2-40B4-BE49-F238E27FC236}">
                <a16:creationId xmlns:a16="http://schemas.microsoft.com/office/drawing/2014/main" id="{8AE4B4AE-55F0-3C44-8DE4-E9D5AECED94B}"/>
              </a:ext>
            </a:extLst>
          </p:cNvPr>
          <p:cNvCxnSpPr>
            <a:cxnSpLocks/>
            <a:stCxn id="57" idx="0"/>
            <a:endCxn id="56" idx="2"/>
          </p:cNvCxnSpPr>
          <p:nvPr/>
        </p:nvCxnSpPr>
        <p:spPr>
          <a:xfrm flipV="1">
            <a:off x="7733915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2BCF499F-4098-D851-5556-9E6FCE276555}"/>
              </a:ext>
            </a:extLst>
          </p:cNvPr>
          <p:cNvCxnSpPr>
            <a:cxnSpLocks/>
            <a:stCxn id="60" idx="3"/>
            <a:endCxn id="58" idx="3"/>
          </p:cNvCxnSpPr>
          <p:nvPr/>
        </p:nvCxnSpPr>
        <p:spPr>
          <a:xfrm flipH="1">
            <a:off x="8171996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C584174-AADE-F778-38AE-FBDA33DA3A7B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1EED9A3-C9D5-7E2A-5423-072BCC118A22}"/>
              </a:ext>
            </a:extLst>
          </p:cNvPr>
          <p:cNvGrpSpPr/>
          <p:nvPr/>
        </p:nvGrpSpPr>
        <p:grpSpPr>
          <a:xfrm>
            <a:off x="6804248" y="3167464"/>
            <a:ext cx="1871696" cy="549568"/>
            <a:chOff x="6804248" y="2996952"/>
            <a:chExt cx="1871696" cy="549568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E893425-E4F6-96F7-4CC3-98302DF5C655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E82C9A1B-ACF3-0F81-4569-541E1B66A86C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9168C702-BEE1-C784-FD87-4E5F14C79BC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B1AA674-C134-9D92-4758-2D986FC6D4ED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71" name="直線單箭頭接點 70">
            <a:extLst>
              <a:ext uri="{FF2B5EF4-FFF2-40B4-BE49-F238E27FC236}">
                <a16:creationId xmlns:a16="http://schemas.microsoft.com/office/drawing/2014/main" id="{FCC31C36-5B68-C944-0E8A-4FECFFB9EB3D}"/>
              </a:ext>
            </a:extLst>
          </p:cNvPr>
          <p:cNvCxnSpPr>
            <a:cxnSpLocks/>
            <a:stCxn id="54" idx="0"/>
            <a:endCxn id="58" idx="2"/>
          </p:cNvCxnSpPr>
          <p:nvPr/>
        </p:nvCxnSpPr>
        <p:spPr>
          <a:xfrm flipH="1" flipV="1">
            <a:off x="7735756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381134"/>
              </p:ext>
            </p:extLst>
          </p:nvPr>
        </p:nvGraphicFramePr>
        <p:xfrm>
          <a:off x="551727" y="4677910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F1D51564-6C7D-79AD-A4CC-D18CD855AF46}"/>
              </a:ext>
            </a:extLst>
          </p:cNvPr>
          <p:cNvSpPr txBox="1"/>
          <p:nvPr/>
        </p:nvSpPr>
        <p:spPr>
          <a:xfrm>
            <a:off x="1251002" y="2144401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BC47658E-9A73-C4E1-F7E0-6B0B0B846BF2}"/>
              </a:ext>
            </a:extLst>
          </p:cNvPr>
          <p:cNvCxnSpPr>
            <a:cxnSpLocks/>
            <a:stCxn id="47" idx="0"/>
            <a:endCxn id="48" idx="2"/>
          </p:cNvCxnSpPr>
          <p:nvPr/>
        </p:nvCxnSpPr>
        <p:spPr>
          <a:xfrm flipV="1">
            <a:off x="1827066" y="2000400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7" idx="2"/>
          </p:cNvCxnSpPr>
          <p:nvPr/>
        </p:nvCxnSpPr>
        <p:spPr>
          <a:xfrm flipV="1">
            <a:off x="1827066" y="2369453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10211</Words>
  <Application>Microsoft Office PowerPoint</Application>
  <PresentationFormat>如螢幕大小 (4:3)</PresentationFormat>
  <Paragraphs>1247</Paragraphs>
  <Slides>23</Slides>
  <Notes>21</Notes>
  <HiddenSlides>5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7" baseType="lpstr"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1714</cp:revision>
  <cp:lastPrinted>2024-07-30T01:44:15Z</cp:lastPrinted>
  <dcterms:created xsi:type="dcterms:W3CDTF">2019-11-08T03:01:47Z</dcterms:created>
  <dcterms:modified xsi:type="dcterms:W3CDTF">2026-07-12T03:59:10Z</dcterms:modified>
</cp:coreProperties>
</file>