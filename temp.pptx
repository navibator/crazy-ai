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3561" r:id="rId2"/>
    <p:sldId id="3560" r:id="rId3"/>
    <p:sldId id="3563" r:id="rId4"/>
    <p:sldId id="3565" r:id="rId5"/>
    <p:sldId id="3566" r:id="rId6"/>
    <p:sldId id="3564" r:id="rId7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335768"/>
              </p:ext>
            </p:extLst>
          </p:nvPr>
        </p:nvGraphicFramePr>
        <p:xfrm>
          <a:off x="1623654" y="2820190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622508" y="4983961"/>
            <a:ext cx="1001262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88879" y="5541506"/>
            <a:ext cx="370910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629822"/>
              </p:ext>
            </p:extLst>
          </p:nvPr>
        </p:nvGraphicFramePr>
        <p:xfrm>
          <a:off x="2612067" y="2844180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774502"/>
              </p:ext>
            </p:extLst>
          </p:nvPr>
        </p:nvGraphicFramePr>
        <p:xfrm>
          <a:off x="4406696" y="2836066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67909"/>
              </p:ext>
            </p:extLst>
          </p:nvPr>
        </p:nvGraphicFramePr>
        <p:xfrm>
          <a:off x="5131117" y="2836067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101292"/>
              </p:ext>
            </p:extLst>
          </p:nvPr>
        </p:nvGraphicFramePr>
        <p:xfrm>
          <a:off x="1917886" y="2836067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327375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0162686"/>
              </p:ext>
            </p:extLst>
          </p:nvPr>
        </p:nvGraphicFramePr>
        <p:xfrm>
          <a:off x="2604277" y="2148906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921544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2012104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31113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368583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87494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74319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96161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82331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965482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410793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37900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2472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50930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3430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2012104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737904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32737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63691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509044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422629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46800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88879" y="6046800"/>
            <a:ext cx="233750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914559" y="572339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88879" y="5860558"/>
            <a:ext cx="233750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541506"/>
            <a:ext cx="452615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914559" y="6035000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914559" y="540434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46800"/>
            <a:ext cx="452615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127951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A1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427355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h-1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99190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46925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46800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>
            <a:off x="2418520" y="5306328"/>
            <a:ext cx="281269" cy="138896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914484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A0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93417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60558"/>
            <a:ext cx="452615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1115931" y="4584932"/>
            <a:ext cx="1079805" cy="356236"/>
          </a:xfrm>
          <a:prstGeom prst="wedgeRoundRectCallout">
            <a:avLst>
              <a:gd name="adj1" fmla="val 30610"/>
              <a:gd name="adj2" fmla="val 103584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823154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206914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ECB9362-47AC-92FE-6132-5E4F16401CE0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73C0A1C-D86B-E5DA-F4C2-2EEF067D3AB5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328E1EF-A3A3-C565-2EC7-A05F3C377990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075613A-8F76-540B-A9F5-8D3BD49897D1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90535" y="2636912"/>
            <a:ext cx="1149613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844824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2060848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8762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64663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5DFACD63-DEDC-1D38-9AC2-EB4623A47F29}"/>
              </a:ext>
            </a:extLst>
          </p:cNvPr>
          <p:cNvSpPr txBox="1"/>
          <p:nvPr/>
        </p:nvSpPr>
        <p:spPr>
          <a:xfrm>
            <a:off x="5926623" y="4536293"/>
            <a:ext cx="3140283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zh-TW" sz="1400" b="0" dirty="0">
                <a:latin typeface="Cambria Math" panose="02040503050406030204" pitchFamily="18" charset="0"/>
              </a:rPr>
              <a:t>Chunk-wise Parallel:</a:t>
            </a:r>
          </a:p>
          <a:p>
            <a:r>
              <a:rPr lang="en-US" altLang="zh-TW" sz="1400" b="0" dirty="0">
                <a:latin typeface="Cambria Math" panose="02040503050406030204" pitchFamily="18" charset="0"/>
              </a:rPr>
              <a:t>Inter-chunk (RNN) =</a:t>
            </a:r>
            <a:r>
              <a:rPr lang="en-US" altLang="zh-TW" sz="1400" b="0" dirty="0" err="1">
                <a:latin typeface="Cambria Math" panose="02040503050406030204" pitchFamily="18" charset="0"/>
              </a:rPr>
              <a:t>Qchunk</a:t>
            </a:r>
            <a:r>
              <a:rPr lang="en-US" altLang="zh-TW" sz="1400" b="0" dirty="0">
                <a:latin typeface="Cambria Math" panose="02040503050406030204" pitchFamily="18" charset="0"/>
              </a:rPr>
              <a:t>*Hchunki-1 </a:t>
            </a:r>
          </a:p>
          <a:p>
            <a:r>
              <a:rPr lang="en-US" altLang="zh-TW" sz="1400" dirty="0">
                <a:latin typeface="Cambria Math" panose="02040503050406030204" pitchFamily="18" charset="0"/>
              </a:rPr>
              <a:t>Intra-chunk (Attn) = </a:t>
            </a:r>
            <a:endParaRPr lang="en-US" altLang="zh-TW" sz="1400" b="0" dirty="0">
              <a:latin typeface="Cambria Math" panose="02040503050406030204" pitchFamily="18" charset="0"/>
            </a:endParaRPr>
          </a:p>
          <a:p>
            <a:endParaRPr lang="en-US" altLang="zh-TW" sz="1400" b="0" dirty="0">
              <a:latin typeface="Cambria Math" panose="02040503050406030204" pitchFamily="18" charset="0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354269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693200"/>
              </p:ext>
            </p:extLst>
          </p:nvPr>
        </p:nvGraphicFramePr>
        <p:xfrm>
          <a:off x="2608707" y="2707614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3789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88AA8C60-28F6-FB6E-FAB0-EE23F52E1516}"/>
              </a:ext>
            </a:extLst>
          </p:cNvPr>
          <p:cNvSpPr txBox="1"/>
          <p:nvPr/>
        </p:nvSpPr>
        <p:spPr>
          <a:xfrm>
            <a:off x="2190562" y="3125920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44663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FB84645-D6AC-4D86-A2E9-191DED146696}"/>
              </a:ext>
            </a:extLst>
          </p:cNvPr>
          <p:cNvSpPr txBox="1"/>
          <p:nvPr/>
        </p:nvSpPr>
        <p:spPr>
          <a:xfrm>
            <a:off x="2464691" y="3118872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627397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99431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7010747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516216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466032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21604" y="3313559"/>
            <a:ext cx="221703" cy="224106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32240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433782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7929698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48854" y="2117062"/>
            <a:ext cx="128170" cy="1069664"/>
          </a:xfrm>
          <a:prstGeom prst="curvedConnector3">
            <a:avLst>
              <a:gd name="adj1" fmla="val -116214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447291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D509260-8CFB-FED9-0D75-8F7246272E6A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955B3801-33A4-7F9A-AE60-7C0F47D62CBC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07857CD-9BE8-4B33-CB5E-CC9A7FAFE8B6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535959E1-60BA-ECC5-0D82-C9ED85A6E7BE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0C5335E5-19F6-B465-B647-534BC39B2358}"/>
              </a:ext>
            </a:extLst>
          </p:cNvPr>
          <p:cNvSpPr txBox="1"/>
          <p:nvPr/>
        </p:nvSpPr>
        <p:spPr>
          <a:xfrm>
            <a:off x="2238055" y="4182222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C0F2086-D915-8ACE-8DFD-1DCFD5F0B5B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02C24D90-BBE1-C173-D009-B1100677CDDE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C1AB18D-C862-7088-B824-C315C1626CD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7F772B4D-C670-9462-A55D-14EEBA4C4A0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7C6AE2F7-BDF6-D382-5C0F-4483926F0B80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6738D6CF-0CE7-B748-17D9-943EDD55890E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CBDFDACC-AC7A-785B-C8A2-F6CEA2681B4B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14D07F4E-5FB6-BDD1-7B95-06E6E0E02859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1DF382DA-6569-C91F-D690-A8C6D8A94767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30C6F9B-522A-FB6B-2E8E-F756A5B71FD5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11BE9C8-8C20-EB6E-E4BF-0103A1512D5E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2986227-3834-83C1-D1D2-6D83A4EDFE46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571AD200-F8CD-396B-B0A7-F45C6C01A16A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0CA5716-ABFE-391B-39D1-CF2E391ADF22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FEEE927-0517-0AE0-9F73-A0A85793D764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B74D2188-0F19-DF64-C329-2A808B2D0AA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B4006AA-6697-530D-18BF-D1803EF4D37A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8A8B3B7-E3F6-B303-4F09-513C37E7C8B6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21779A3-8496-E6FC-36AF-8670B65F48D1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E86E3C5C-8996-AEA0-1053-892AE6ECC2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D745DF39-7E09-05BD-A97A-E468243E724E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8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43024795-1B49-F8CA-DC9C-E923FF81172F}"/>
              </a:ext>
            </a:extLst>
          </p:cNvPr>
          <p:cNvSpPr/>
          <p:nvPr/>
        </p:nvSpPr>
        <p:spPr>
          <a:xfrm>
            <a:off x="4922947" y="1061573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4E7BBFC-ABD4-06EA-EEC5-DAB46D96FABB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977936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7B9A54F6-4FD0-79AA-6542-250A5B5C6871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977936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D8A6B19F-45EB-4B34-F3E8-35CF70DA554C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63B0DAA5-179D-B064-F537-182C02D502C2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977936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7B6B8DC2-6967-3428-B12D-53213CB5B5E1}"/>
              </a:ext>
            </a:extLst>
          </p:cNvPr>
          <p:cNvSpPr txBox="1"/>
          <p:nvPr/>
        </p:nvSpPr>
        <p:spPr>
          <a:xfrm>
            <a:off x="5564866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FB4F86A-E845-94F8-1095-9B76D1991D30}"/>
              </a:ext>
            </a:extLst>
          </p:cNvPr>
          <p:cNvSpPr txBox="1"/>
          <p:nvPr/>
        </p:nvSpPr>
        <p:spPr>
          <a:xfrm>
            <a:off x="6487820" y="359453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59F2D407-5119-5106-0DF4-A127104612CA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977936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D27E4714-6025-F09E-44AE-4599E40CEF9E}"/>
              </a:ext>
            </a:extLst>
          </p:cNvPr>
          <p:cNvSpPr txBox="1"/>
          <p:nvPr/>
        </p:nvSpPr>
        <p:spPr>
          <a:xfrm>
            <a:off x="7236106" y="3594533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D92E0363-864D-D47A-CA86-8BE61A99F8C8}"/>
              </a:ext>
            </a:extLst>
          </p:cNvPr>
          <p:cNvSpPr txBox="1"/>
          <p:nvPr/>
        </p:nvSpPr>
        <p:spPr>
          <a:xfrm>
            <a:off x="7071668" y="4595021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F5B20E6-07D2-7A85-8C2F-7B28AABD8E53}"/>
              </a:ext>
            </a:extLst>
          </p:cNvPr>
          <p:cNvSpPr/>
          <p:nvPr/>
        </p:nvSpPr>
        <p:spPr>
          <a:xfrm>
            <a:off x="1361337" y="2918915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5D7BCD32-3F7E-BC50-E4A9-A6C932E0433B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173101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0E6E438E-1757-F601-6A1C-AB92EA40F62B}"/>
              </a:ext>
            </a:extLst>
          </p:cNvPr>
          <p:cNvSpPr txBox="1"/>
          <p:nvPr/>
        </p:nvSpPr>
        <p:spPr>
          <a:xfrm>
            <a:off x="1557145" y="3636763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8F9A414C-F460-2777-2926-ADAFA659E7CF}"/>
              </a:ext>
            </a:extLst>
          </p:cNvPr>
          <p:cNvSpPr txBox="1"/>
          <p:nvPr/>
        </p:nvSpPr>
        <p:spPr>
          <a:xfrm>
            <a:off x="2427914" y="2871774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F8B39949-5A19-0185-2B92-D7AAC4962835}"/>
              </a:ext>
            </a:extLst>
          </p:cNvPr>
          <p:cNvSpPr txBox="1"/>
          <p:nvPr/>
        </p:nvSpPr>
        <p:spPr>
          <a:xfrm>
            <a:off x="3368927" y="3594533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D4F096A-16D2-262F-8303-30FE8C655B84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965711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279AF4D-44E9-E876-92DE-614C6F1A73EC}"/>
                  </a:ext>
                </a:extLst>
              </p:cNvPr>
              <p:cNvSpPr txBox="1"/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704092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0E24D931-E60A-7A9B-6439-31E9EC464C68}"/>
              </a:ext>
            </a:extLst>
          </p:cNvPr>
          <p:cNvSpPr/>
          <p:nvPr/>
        </p:nvSpPr>
        <p:spPr>
          <a:xfrm>
            <a:off x="5912276" y="1168084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F97508-AFF7-3FC8-0E03-71E4BE4AAAF7}"/>
              </a:ext>
            </a:extLst>
          </p:cNvPr>
          <p:cNvSpPr/>
          <p:nvPr/>
        </p:nvSpPr>
        <p:spPr>
          <a:xfrm>
            <a:off x="4496619" y="116953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CF9EFD0-116F-968F-16BC-59AC0DFA61C2}"/>
              </a:ext>
            </a:extLst>
          </p:cNvPr>
          <p:cNvSpPr/>
          <p:nvPr/>
        </p:nvSpPr>
        <p:spPr>
          <a:xfrm rot="16200000">
            <a:off x="4711802" y="1296302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085724FC-6B8C-F3BE-F37B-69006A03B145}"/>
              </a:ext>
            </a:extLst>
          </p:cNvPr>
          <p:cNvSpPr txBox="1"/>
          <p:nvPr/>
        </p:nvSpPr>
        <p:spPr>
          <a:xfrm>
            <a:off x="4755700" y="1786998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92C14780-BC77-0AE7-0EE5-C78E7809E8E1}"/>
              </a:ext>
            </a:extLst>
          </p:cNvPr>
          <p:cNvGrpSpPr/>
          <p:nvPr/>
        </p:nvGrpSpPr>
        <p:grpSpPr>
          <a:xfrm>
            <a:off x="251520" y="3048749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38F16335-DDBA-6D42-427C-FB84A5BBB7BC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84A2FE4F-885D-5C78-B8FE-D01E2AAAF5DD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FF4213BA-5F14-2632-D69F-C1A9CB345F6F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7EDD716-54DA-9401-7DC0-9870ABE4CDCB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25E9CE2F-C392-C326-4507-175CBBEE3A7A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FCACF03F-C9D7-A60B-F9C3-3A940126DF5D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EAACD624-83C6-8560-EB01-D60F2A19BC5E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343CE93A-F327-5EFA-EFCA-5BAF9B822C46}"/>
              </a:ext>
            </a:extLst>
          </p:cNvPr>
          <p:cNvGrpSpPr/>
          <p:nvPr/>
        </p:nvGrpSpPr>
        <p:grpSpPr>
          <a:xfrm>
            <a:off x="1187624" y="1732941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0DA5F31-3E92-282F-C705-CC9542B06DFB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F94E9D5C-95CB-7223-C775-BC7A9BD24924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39CE8C12-41FB-C468-9B1B-22186AB922CC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26A41CD-E9EC-1E34-3327-7355F8730879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908C5C76-1AE3-4003-BADF-78FA826F6D98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93FE445-1A11-33CD-506F-D0722BDE1109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8DC1E639-4799-AF02-7456-B780926BF935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FD76CD48-2953-8536-DA51-7EA162BEE0FC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143017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AFFAEDA9-D3DD-13EC-98BD-838C50AF3ECE}"/>
              </a:ext>
            </a:extLst>
          </p:cNvPr>
          <p:cNvGrpSpPr/>
          <p:nvPr/>
        </p:nvGrpSpPr>
        <p:grpSpPr>
          <a:xfrm>
            <a:off x="4572000" y="2996866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82D3F6B-5D5E-F0D0-C150-CFE726891CF4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AAB74863-AFFD-679D-79F0-6E94F868CC39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31711B63-1351-3EA0-841F-5494FD8B4196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E86CD439-6E7E-3A13-28C9-41FAB9AD8EF5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6CAB1D5-711A-1B92-3854-31167D7A6BA4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6696E25-0D5C-DA18-B81D-342ACF5CC292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75A8A48B-5129-B12B-B550-6F9BF06C7C5D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C16B346B-5583-255B-F94C-E43535D6770D}"/>
              </a:ext>
            </a:extLst>
          </p:cNvPr>
          <p:cNvSpPr/>
          <p:nvPr/>
        </p:nvSpPr>
        <p:spPr>
          <a:xfrm rot="16200000" flipH="1">
            <a:off x="5219676" y="-446536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E5BE4C2C-472D-C6E9-4122-FF74F1260747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448557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8547364E-1A75-0B2D-5C8E-C7FE92DFEA22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398922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4D71AA94-D081-D06B-6FAB-57F56363324D}"/>
              </a:ext>
            </a:extLst>
          </p:cNvPr>
          <p:cNvSpPr/>
          <p:nvPr/>
        </p:nvSpPr>
        <p:spPr>
          <a:xfrm>
            <a:off x="4994955" y="1167652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1B4C9A2-3CB2-3926-3319-000DC0CFE875}"/>
              </a:ext>
            </a:extLst>
          </p:cNvPr>
          <p:cNvSpPr txBox="1"/>
          <p:nvPr/>
        </p:nvSpPr>
        <p:spPr>
          <a:xfrm>
            <a:off x="5604163" y="1292746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B3D52F1B-810F-827B-09A2-67BDE173146D}"/>
              </a:ext>
            </a:extLst>
          </p:cNvPr>
          <p:cNvSpPr txBox="1"/>
          <p:nvPr/>
        </p:nvSpPr>
        <p:spPr>
          <a:xfrm>
            <a:off x="6499408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C23648CC-452B-1F78-96C5-33C7A929135D}"/>
              </a:ext>
            </a:extLst>
          </p:cNvPr>
          <p:cNvSpPr txBox="1"/>
          <p:nvPr/>
        </p:nvSpPr>
        <p:spPr>
          <a:xfrm>
            <a:off x="7519299" y="3490362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E0E710BA-3AEB-6000-F08C-C5CC46645F8C}"/>
              </a:ext>
            </a:extLst>
          </p:cNvPr>
          <p:cNvSpPr txBox="1"/>
          <p:nvPr/>
        </p:nvSpPr>
        <p:spPr>
          <a:xfrm>
            <a:off x="8244408" y="299392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298D7E2-DC47-4D14-D5F5-71B23512629F}"/>
              </a:ext>
            </a:extLst>
          </p:cNvPr>
          <p:cNvSpPr/>
          <p:nvPr/>
        </p:nvSpPr>
        <p:spPr>
          <a:xfrm>
            <a:off x="8244408" y="31731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027BEF1A-D79E-40E4-EEC3-36B9041D0AEA}"/>
              </a:ext>
            </a:extLst>
          </p:cNvPr>
          <p:cNvSpPr/>
          <p:nvPr/>
        </p:nvSpPr>
        <p:spPr>
          <a:xfrm>
            <a:off x="6101687" y="814681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4E2AB1B7-F42B-545F-FC92-FB57F9DC05CB}"/>
              </a:ext>
            </a:extLst>
          </p:cNvPr>
          <p:cNvSpPr txBox="1"/>
          <p:nvPr/>
        </p:nvSpPr>
        <p:spPr>
          <a:xfrm>
            <a:off x="8462862" y="331652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9779FA-32DA-61E1-0269-C1C3D97DDEA9}"/>
              </a:ext>
            </a:extLst>
          </p:cNvPr>
          <p:cNvSpPr txBox="1"/>
          <p:nvPr/>
        </p:nvSpPr>
        <p:spPr>
          <a:xfrm rot="5400000">
            <a:off x="171159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D5F94E-C733-38BA-379B-5CE8F9B93792}"/>
              </a:ext>
            </a:extLst>
          </p:cNvPr>
          <p:cNvSpPr txBox="1"/>
          <p:nvPr/>
        </p:nvSpPr>
        <p:spPr>
          <a:xfrm rot="5400000">
            <a:off x="7479834" y="4382569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642681D-3656-C959-B474-9C236ACB55A3}"/>
              </a:ext>
            </a:extLst>
          </p:cNvPr>
          <p:cNvSpPr txBox="1"/>
          <p:nvPr/>
        </p:nvSpPr>
        <p:spPr>
          <a:xfrm>
            <a:off x="1684299" y="238101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3536</TotalTime>
  <Words>1302</Words>
  <Application>Microsoft Office PowerPoint</Application>
  <PresentationFormat>如螢幕大小 (4:3)</PresentationFormat>
  <Paragraphs>700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Noto Sans HK</vt:lpstr>
      <vt:lpstr>微軟正黑體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2011</cp:revision>
  <cp:lastPrinted>2024-07-30T01:44:15Z</cp:lastPrinted>
  <dcterms:created xsi:type="dcterms:W3CDTF">2019-11-08T03:01:47Z</dcterms:created>
  <dcterms:modified xsi:type="dcterms:W3CDTF">2026-10-06T09:24:02Z</dcterms:modified>
</cp:coreProperties>
</file>