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handoutMasterIdLst>
    <p:handoutMasterId r:id="rId22"/>
  </p:handoutMasterIdLst>
  <p:sldIdLst>
    <p:sldId id="3459" r:id="rId2"/>
    <p:sldId id="3472" r:id="rId3"/>
    <p:sldId id="3555" r:id="rId4"/>
    <p:sldId id="3554" r:id="rId5"/>
    <p:sldId id="3548" r:id="rId6"/>
    <p:sldId id="3547" r:id="rId7"/>
    <p:sldId id="3537" r:id="rId8"/>
    <p:sldId id="3558" r:id="rId9"/>
    <p:sldId id="3564" r:id="rId10"/>
    <p:sldId id="3557" r:id="rId11"/>
    <p:sldId id="3544" r:id="rId12"/>
    <p:sldId id="3540" r:id="rId13"/>
    <p:sldId id="3543" r:id="rId14"/>
    <p:sldId id="3545" r:id="rId15"/>
    <p:sldId id="3553" r:id="rId16"/>
    <p:sldId id="3539" r:id="rId17"/>
    <p:sldId id="3542" r:id="rId18"/>
    <p:sldId id="3538" r:id="rId19"/>
    <p:sldId id="3549" r:id="rId2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Deepseek" id="{8CC3907E-2537-4761-B8B4-20CC1D391E20}">
          <p14:sldIdLst>
            <p14:sldId id="3537"/>
            <p14:sldId id="3558"/>
            <p14:sldId id="3564"/>
            <p14:sldId id="3557"/>
            <p14:sldId id="3544"/>
            <p14:sldId id="3540"/>
            <p14:sldId id="3543"/>
            <p14:sldId id="3545"/>
            <p14:sldId id="3553"/>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1068" y="22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png"/><Relationship Id="rId10" Type="http://schemas.openxmlformats.org/officeDocument/2006/relationships/image" Target="../media/image30.png"/><Relationship Id="rId4" Type="http://schemas.openxmlformats.org/officeDocument/2006/relationships/image" Target="../media/image25.png"/><Relationship Id="rId9"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3528904632"/>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909273">
                  <a:extLst>
                    <a:ext uri="{9D8B030D-6E8A-4147-A177-3AD203B41FA5}">
                      <a16:colId xmlns:a16="http://schemas.microsoft.com/office/drawing/2014/main" val="3639967230"/>
                    </a:ext>
                  </a:extLst>
                </a:gridCol>
                <a:gridCol w="865719">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1~</a:t>
                      </a:r>
                      <a:r>
                        <a:rPr lang="en-US" altLang="zh-TW" sz="1000" b="0" cap="none" spc="0" dirty="0">
                          <a:ln w="0"/>
                          <a:solidFill>
                            <a:schemeClr val="bg2"/>
                          </a:solidFill>
                          <a:effectLst/>
                        </a:rPr>
                        <a:t>0</a:t>
                      </a:r>
                      <a:r>
                        <a:rPr lang="en-US" altLang="zh-TW" sz="1000" b="0" cap="none" spc="0" dirty="0">
                          <a:ln w="0"/>
                          <a:solidFill>
                            <a:schemeClr val="tx1"/>
                          </a:solidFill>
                          <a:effectLst/>
                        </a:rPr>
                        <a:t>2 HCA</a:t>
                      </a:r>
                    </a:p>
                    <a:p>
                      <a:pPr algn="l"/>
                      <a:r>
                        <a:rPr lang="en-US" altLang="zh-TW" sz="1000" b="0" cap="none" spc="0" dirty="0">
                          <a:ln w="0"/>
                          <a:solidFill>
                            <a:schemeClr val="tx1"/>
                          </a:solidFill>
                          <a:effectLst/>
                        </a:rPr>
                        <a:t>3~61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a:t>
                      </a:r>
                      <a:r>
                        <a:rPr kumimoji="0" lang="en-US" altLang="zh-TW" sz="1000" b="0" i="0" u="none" strike="noStrike" kern="1200" cap="none" spc="0" normalizeH="0" baseline="0" noProof="0" dirty="0">
                          <a:ln w="0"/>
                          <a:solidFill>
                            <a:schemeClr val="bg2"/>
                          </a:solidFill>
                          <a:effectLst/>
                          <a:uLnTx/>
                          <a:uFillTx/>
                          <a:latin typeface="+mn-lt"/>
                          <a:ea typeface="+mn-ea"/>
                          <a:cs typeface="+mn-cs"/>
                        </a:rPr>
                        <a:t>0</a:t>
                      </a:r>
                      <a:r>
                        <a:rPr kumimoji="0" lang="en-US" altLang="zh-TW" sz="1000" b="0" i="0" u="none" strike="noStrike" kern="1200" cap="none" spc="0" normalizeH="0" baseline="0" noProof="0" dirty="0">
                          <a:ln w="0"/>
                          <a:solidFill>
                            <a:schemeClr val="tx1"/>
                          </a:solidFill>
                          <a:effectLst/>
                          <a:uLnTx/>
                          <a:uFillTx/>
                          <a:latin typeface="+mn-lt"/>
                          <a:ea typeface="+mn-ea"/>
                          <a:cs typeface="+mn-cs"/>
                        </a:rPr>
                        <a:t>2 SWA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3140968"/>
            <a:ext cx="3517852" cy="31386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3746</Words>
  <Application>Microsoft Office PowerPoint</Application>
  <PresentationFormat>如螢幕大小 (4:3)</PresentationFormat>
  <Paragraphs>763</Paragraphs>
  <Slides>19</Slides>
  <Notes>9</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19</vt:i4>
      </vt:variant>
    </vt:vector>
  </HeadingPairs>
  <TitlesOfParts>
    <vt:vector size="29"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1869</cp:revision>
  <cp:lastPrinted>2024-07-30T01:44:15Z</cp:lastPrinted>
  <dcterms:created xsi:type="dcterms:W3CDTF">2019-11-08T03:01:47Z</dcterms:created>
  <dcterms:modified xsi:type="dcterms:W3CDTF">2026-08-22T09:40:26Z</dcterms:modified>
</cp:coreProperties>
</file>