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520" r:id="rId7"/>
    <p:sldId id="3518" r:id="rId8"/>
    <p:sldId id="3475" r:id="rId9"/>
    <p:sldId id="3465" r:id="rId10"/>
    <p:sldId id="3515" r:id="rId11"/>
    <p:sldId id="3505" r:id="rId12"/>
    <p:sldId id="3514" r:id="rId13"/>
    <p:sldId id="3482" r:id="rId14"/>
    <p:sldId id="3489" r:id="rId15"/>
    <p:sldId id="3519" r:id="rId16"/>
    <p:sldId id="3460" r:id="rId17"/>
    <p:sldId id="3504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CFF66"/>
    <a:srgbClr val="DCE6F2"/>
    <a:srgbClr val="FFFF99"/>
    <a:srgbClr val="E3C0AB"/>
    <a:srgbClr val="F3E4DB"/>
    <a:srgbClr val="FFCC99"/>
    <a:srgbClr val="CBDCA8"/>
    <a:srgbClr val="C5D8A0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780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230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FBE2F2-1040-BE2C-2C2E-7066E339EACC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 err="1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engines optimize for ultra-low TTFT, low memory footprint, and cross-platform edge execution.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823281"/>
              </p:ext>
            </p:extLst>
          </p:nvPr>
        </p:nvGraphicFramePr>
        <p:xfrm>
          <a:off x="2411760" y="4034730"/>
          <a:ext cx="1354882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88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</a:t>
            </a:r>
            <a:r>
              <a:rPr lang="en-US" altLang="zh-TW" sz="1600" dirty="0" err="1"/>
              <a:t>Unsloth</a:t>
            </a:r>
            <a:r>
              <a:rPr lang="en-US" altLang="zh-TW" sz="1600" dirty="0"/>
              <a:t>,</a:t>
            </a:r>
            <a:r>
              <a:rPr lang="zh-TW" altLang="en-US" sz="1600" dirty="0"/>
              <a:t>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</a:t>
            </a:r>
            <a:r>
              <a:rPr lang="en-US" altLang="zh-TW" sz="1600" dirty="0"/>
              <a:t>: Gemma 4.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Designing an agent capable of interpreting genomic data and tissue images.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</a:t>
            </a:r>
            <a:r>
              <a:rPr kumimoji="0" lang="en-US" altLang="zh-TW" sz="1200" i="0" u="none" strike="noStrike" kern="1200" cap="none" spc="0" normalizeH="0" baseline="0" noProof="0" dirty="0" err="1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BioByte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979</TotalTime>
  <Words>9072</Words>
  <Application>Microsoft Office PowerPoint</Application>
  <PresentationFormat>如螢幕大小 (4:3)</PresentationFormat>
  <Paragraphs>1259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4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1794</cp:revision>
  <cp:lastPrinted>2024-07-30T01:44:15Z</cp:lastPrinted>
  <dcterms:created xsi:type="dcterms:W3CDTF">2019-11-08T03:01:47Z</dcterms:created>
  <dcterms:modified xsi:type="dcterms:W3CDTF">2026-07-21T09:56:28Z</dcterms:modified>
</cp:coreProperties>
</file>