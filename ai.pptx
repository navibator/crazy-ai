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10"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7" r:id="rId19"/>
    <p:sldId id="3509"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0"/>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7"/>
            <p14:sldId id="3509"/>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00"/>
    <a:srgbClr val="FEC203"/>
    <a:srgbClr val="F8D462"/>
    <a:srgbClr val="3079EF"/>
    <a:srgbClr val="2260DC"/>
    <a:srgbClr val="B8EACA"/>
    <a:srgbClr val="FF0000"/>
    <a:srgbClr val="FEF1E9"/>
    <a:srgbClr val="FFCCCC"/>
    <a:srgbClr val="B7C9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7238" autoAdjust="0"/>
  </p:normalViewPr>
  <p:slideViewPr>
    <p:cSldViewPr>
      <p:cViewPr>
        <p:scale>
          <a:sx n="100" d="100"/>
          <a:sy n="100" d="100"/>
        </p:scale>
        <p:origin x="672" y="-5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2026/7/25</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2026/7/25</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2026/7/25</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51.png"/><Relationship Id="rId4" Type="http://schemas.openxmlformats.org/officeDocument/2006/relationships/image" Target="../media/image50.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0" nodeType="withEffect">
                                  <p:stCondLst>
                                    <p:cond delay="0"/>
                                  </p:stCondLst>
                                  <p:childTnLst>
                                    <p:animClr clrSpc="rgb" dir="cw">
                                      <p:cBhvr override="childStyle">
                                        <p:cTn id="7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5"/>
                                            </p:cond>
                                          </p:stCondLst>
                                          <p:endCondLst>
                                            <p:cond evt="onStopAudio" delay="0">
                                              <p:tgtEl>
                                                <p:sldTgt/>
                                              </p:tgtEl>
                                            </p:cond>
                                          </p:endCondLst>
                                        </p:cTn>
                                        <p:tgtEl>
                                          <p:sndTgt r:embed="rId3" name="type.wav"/>
                                        </p:tgtEl>
                                      </p:cMediaNode>
                                    </p:audio>
                                  </p:sub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par>
                                <p:cTn id="79" presetID="3" presetClass="emph" presetSubtype="2" fill="hold" grpId="1" nodeType="withEffect">
                                  <p:stCondLst>
                                    <p:cond delay="0"/>
                                  </p:stCondLst>
                                  <p:childTnLst>
                                    <p:animClr clrSpc="rgb" dir="cw">
                                      <p:cBhvr override="childStyle">
                                        <p:cTn id="80" dur="2000" fill="hold"/>
                                        <p:tgtEl>
                                          <p:spTgt spid="2">
                                            <p:txEl>
                                              <p:pRg st="14" end="14"/>
                                            </p:txEl>
                                          </p:spTgt>
                                        </p:tgtEl>
                                        <p:attrNameLst>
                                          <p:attrName>style.color</p:attrName>
                                        </p:attrNameLst>
                                      </p:cBhvr>
                                      <p:to>
                                        <a:srgbClr val="4D4D4D"/>
                                      </p:to>
                                    </p:animClr>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grpId="2" nodeType="clickEffect">
                                  <p:stCondLst>
                                    <p:cond delay="0"/>
                                  </p:stCondLst>
                                  <p:childTnLst>
                                    <p:set>
                                      <p:cBhvr>
                                        <p:cTn id="84" dur="1" fill="hold">
                                          <p:stCondLst>
                                            <p:cond delay="0"/>
                                          </p:stCondLst>
                                        </p:cTn>
                                        <p:tgtEl>
                                          <p:spTgt spid="2">
                                            <p:bg/>
                                          </p:spTgt>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childTnLst>
                          </p:cTn>
                        </p:par>
                      </p:childTnLst>
                    </p:cTn>
                  </p:par>
                  <p:par>
                    <p:cTn id="89" fill="hold">
                      <p:stCondLst>
                        <p:cond delay="indefinite"/>
                      </p:stCondLst>
                      <p:childTnLst>
                        <p:par>
                          <p:cTn id="90" fill="hold">
                            <p:stCondLst>
                              <p:cond delay="0"/>
                            </p:stCondLst>
                            <p:childTnLst>
                              <p:par>
                                <p:cTn id="91" presetID="3" presetClass="emph" presetSubtype="2" fill="hold" grpId="0" nodeType="clickEffect">
                                  <p:stCondLst>
                                    <p:cond delay="0"/>
                                  </p:stCondLst>
                                  <p:childTnLst>
                                    <p:animClr clrSpc="rgb" dir="cw">
                                      <p:cBhvr override="childStyle">
                                        <p:cTn id="92"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0" nodeType="withEffect">
                                  <p:stCondLst>
                                    <p:cond delay="0"/>
                                  </p:stCondLst>
                                  <p:childTnLst>
                                    <p:animClr clrSpc="rgb" dir="cw">
                                      <p:cBhvr override="childStyle">
                                        <p:cTn id="98"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7"/>
                                            </p:cond>
                                          </p:stCondLst>
                                          <p:endCondLst>
                                            <p:cond evt="onStopAudio" delay="0">
                                              <p:tgtEl>
                                                <p:sldTgt/>
                                              </p:tgtEl>
                                            </p:cond>
                                          </p:endCondLst>
                                        </p:cTn>
                                        <p:tgtEl>
                                          <p:sndTgt r:embed="rId3" name="type.wav"/>
                                        </p:tgtEl>
                                      </p:cMediaNode>
                                    </p:audio>
                                  </p:subTnLst>
                                </p:cTn>
                              </p:par>
                              <p:par>
                                <p:cTn id="99" presetID="3" presetClass="emph" presetSubtype="2" fill="hold" grpId="1" nodeType="withEffect">
                                  <p:stCondLst>
                                    <p:cond delay="0"/>
                                  </p:stCondLst>
                                  <p:childTnLst>
                                    <p:animClr clrSpc="rgb" dir="cw">
                                      <p:cBhvr override="childStyle">
                                        <p:cTn id="100" dur="2000" fill="hold"/>
                                        <p:tgtEl>
                                          <p:spTgt spid="2">
                                            <p:txEl>
                                              <p:pRg st="7" end="7"/>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9" end="9"/>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0" end="10"/>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1" end="11"/>
                                            </p:txEl>
                                          </p:spTgt>
                                        </p:tgtEl>
                                        <p:attrNameLst>
                                          <p:attrName>style.color</p:attrName>
                                        </p:attrNameLst>
                                      </p:cBhvr>
                                      <p:to>
                                        <a:srgbClr val="4D4D4D"/>
                                      </p:to>
                                    </p:animClr>
                                  </p:childTnLst>
                                </p:cTn>
                              </p:par>
                              <p:par>
                                <p:cTn id="107" presetID="3" presetClass="emph" presetSubtype="2" fill="hold" grpId="1" nodeType="withEffect">
                                  <p:stCondLst>
                                    <p:cond delay="0"/>
                                  </p:stCondLst>
                                  <p:childTnLst>
                                    <p:animClr clrSpc="rgb" dir="cw">
                                      <p:cBhvr override="childStyle">
                                        <p:cTn id="108" dur="2000" fill="hold"/>
                                        <p:tgtEl>
                                          <p:spTgt spid="2">
                                            <p:txEl>
                                              <p:pRg st="12" end="12"/>
                                            </p:txEl>
                                          </p:spTgt>
                                        </p:tgtEl>
                                        <p:attrNameLst>
                                          <p:attrName>style.color</p:attrName>
                                        </p:attrNameLst>
                                      </p:cBhvr>
                                      <p:to>
                                        <a:srgbClr val="4D4D4D"/>
                                      </p:to>
                                    </p:animClr>
                                  </p:childTnLst>
                                </p:cTn>
                              </p:par>
                            </p:childTnLst>
                          </p:cTn>
                        </p:par>
                      </p:childTnLst>
                    </p:cTn>
                  </p:par>
                  <p:par>
                    <p:cTn id="109" fill="hold">
                      <p:stCondLst>
                        <p:cond delay="indefinite"/>
                      </p:stCondLst>
                      <p:childTnLst>
                        <p:par>
                          <p:cTn id="110" fill="hold">
                            <p:stCondLst>
                              <p:cond delay="0"/>
                            </p:stCondLst>
                            <p:childTnLst>
                              <p:par>
                                <p:cTn id="111" presetID="1" presetClass="exit" presetSubtype="0" fill="hold" grpId="2" nodeType="clickEffect">
                                  <p:stCondLst>
                                    <p:cond delay="0"/>
                                  </p:stCondLst>
                                  <p:childTnLst>
                                    <p:set>
                                      <p:cBhvr>
                                        <p:cTn id="112"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文字方塊 6">
            <a:extLst>
              <a:ext uri="{FF2B5EF4-FFF2-40B4-BE49-F238E27FC236}">
                <a16:creationId xmlns:a16="http://schemas.microsoft.com/office/drawing/2014/main" id="{F23C254D-850E-3456-C991-33B62DF6C8A7}"/>
              </a:ext>
            </a:extLst>
          </p:cNvPr>
          <p:cNvSpPr txBox="1"/>
          <p:nvPr/>
        </p:nvSpPr>
        <p:spPr>
          <a:xfrm>
            <a:off x="845586" y="1305341"/>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9" name="文字方塊 8">
            <a:extLst>
              <a:ext uri="{FF2B5EF4-FFF2-40B4-BE49-F238E27FC236}">
                <a16:creationId xmlns:a16="http://schemas.microsoft.com/office/drawing/2014/main" id="{D0C6D584-650A-53AD-B342-F6817C0EFCF0}"/>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0291593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7">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7">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7">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7">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7">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7">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7">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7">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7">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7">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7">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7">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7">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1" nodeType="withEffect">
                                  <p:stCondLst>
                                    <p:cond delay="0"/>
                                  </p:stCondLst>
                                  <p:childTnLst>
                                    <p:animClr clrSpc="rgb" dir="cw">
                                      <p:cBhvr override="childStyle">
                                        <p:cTn id="34" dur="2000" fill="hold"/>
                                        <p:tgtEl>
                                          <p:spTgt spid="7">
                                            <p:txEl>
                                              <p:pRg st="2" end="2"/>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7">
                                            <p:txEl>
                                              <p:pRg st="3" end="3"/>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7">
                                            <p:txEl>
                                              <p:pRg st="4" end="4"/>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7">
                                            <p:txEl>
                                              <p:pRg st="5" end="5"/>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7">
                                            <p:txEl>
                                              <p:pRg st="6" end="6"/>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7">
                                            <p:txEl>
                                              <p:pRg st="7" end="7"/>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7">
                                            <p:txEl>
                                              <p:pRg st="8" end="8"/>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7">
                                            <p:txEl>
                                              <p:pRg st="9" end="9"/>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7">
                                            <p:txEl>
                                              <p:pRg st="10" end="10"/>
                                            </p:txEl>
                                          </p:spTgt>
                                        </p:tgtEl>
                                        <p:attrNameLst>
                                          <p:attrName>style.color</p:attrName>
                                        </p:attrNameLst>
                                      </p:cBhvr>
                                      <p:to>
                                        <a:srgbClr val="D8A09C"/>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7">
                                            <p:txEl>
                                              <p:pRg st="11" end="11"/>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7">
                                            <p:txEl>
                                              <p:pRg st="12" end="12"/>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7">
                                            <p:txEl>
                                              <p:pRg st="11" end="11"/>
                                            </p:txEl>
                                          </p:spTgt>
                                        </p:tgtEl>
                                        <p:attrNameLst>
                                          <p:attrName>style.color</p:attrName>
                                        </p:attrNameLst>
                                      </p:cBhvr>
                                      <p:to>
                                        <a:srgbClr val="D8A09C"/>
                                      </p:to>
                                    </p:animClr>
                                  </p:childTnLst>
                                </p:cTn>
                              </p:par>
                            </p:childTnLst>
                          </p:cTn>
                        </p:par>
                      </p:childTnLst>
                    </p:cTn>
                  </p:par>
                  <p:par>
                    <p:cTn id="61" fill="hold">
                      <p:stCondLst>
                        <p:cond delay="indefinite"/>
                      </p:stCondLst>
                      <p:childTnLst>
                        <p:par>
                          <p:cTn id="62" fill="hold">
                            <p:stCondLst>
                              <p:cond delay="0"/>
                            </p:stCondLst>
                            <p:childTnLst>
                              <p:par>
                                <p:cTn id="63" presetID="3" presetClass="emph" presetSubtype="2" fill="hold" grpId="0" nodeType="clickEffect">
                                  <p:stCondLst>
                                    <p:cond delay="0"/>
                                  </p:stCondLst>
                                  <p:childTnLst>
                                    <p:animClr clrSpc="rgb" dir="cw">
                                      <p:cBhvr override="childStyle">
                                        <p:cTn id="64" dur="500" fill="hold"/>
                                        <p:tgtEl>
                                          <p:spTgt spid="7">
                                            <p:txEl>
                                              <p:pRg st="13" end="13"/>
                                            </p:txEl>
                                          </p:spTgt>
                                        </p:tgtEl>
                                        <p:attrNameLst>
                                          <p:attrName>style.color</p:attrName>
                                        </p:attrNameLst>
                                      </p:cBhvr>
                                      <p:to>
                                        <a:srgbClr val="FF0000"/>
                                      </p:to>
                                    </p:animClr>
                                  </p:childTnLst>
                                  <p:subTnLst>
                                    <p:audio>
                                      <p:cMediaNode>
                                        <p:cTn display="0" masterRel="sameClick">
                                          <p:stCondLst>
                                            <p:cond evt="begin" delay="0">
                                              <p:tn val="63"/>
                                            </p:cond>
                                          </p:stCondLst>
                                          <p:endCondLst>
                                            <p:cond evt="onStopAudio" delay="0">
                                              <p:tgtEl>
                                                <p:sldTgt/>
                                              </p:tgtEl>
                                            </p:cond>
                                          </p:endCondLst>
                                        </p:cTn>
                                        <p:tgtEl>
                                          <p:sndTgt r:embed="rId3" name="type.wav"/>
                                        </p:tgtEl>
                                      </p:cMediaNode>
                                    </p:audio>
                                  </p:subTnLst>
                                </p:cTn>
                              </p:par>
                              <p:par>
                                <p:cTn id="65" presetID="3" presetClass="emph" presetSubtype="2" fill="hold" grpId="1" nodeType="withEffect">
                                  <p:stCondLst>
                                    <p:cond delay="0"/>
                                  </p:stCondLst>
                                  <p:childTnLst>
                                    <p:animClr clrSpc="rgb" dir="cw">
                                      <p:cBhvr override="childStyle">
                                        <p:cTn id="66" dur="2000" fill="hold"/>
                                        <p:tgtEl>
                                          <p:spTgt spid="7">
                                            <p:txEl>
                                              <p:pRg st="12" end="12"/>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7">
                                            <p:txEl>
                                              <p:pRg st="13" end="13"/>
                                            </p:txEl>
                                          </p:spTgt>
                                        </p:tgtEl>
                                        <p:attrNameLst>
                                          <p:attrName>style.color</p:attrName>
                                        </p:attrNameLst>
                                      </p:cBhvr>
                                      <p:to>
                                        <a:srgbClr val="D8A09C"/>
                                      </p:to>
                                    </p:animClr>
                                  </p:childTnLst>
                                </p:cTn>
                              </p:par>
                            </p:childTnLst>
                          </p:cTn>
                        </p:par>
                      </p:childTnLst>
                    </p:cTn>
                  </p:par>
                  <p:par>
                    <p:cTn id="69" fill="hold">
                      <p:stCondLst>
                        <p:cond delay="indefinite"/>
                      </p:stCondLst>
                      <p:childTnLst>
                        <p:par>
                          <p:cTn id="70" fill="hold">
                            <p:stCondLst>
                              <p:cond delay="0"/>
                            </p:stCondLst>
                            <p:childTnLst>
                              <p:par>
                                <p:cTn id="71" presetID="1" presetClass="exit" presetSubtype="0" fill="hold" grpId="2" nodeType="clickEffect">
                                  <p:stCondLst>
                                    <p:cond delay="0"/>
                                  </p:stCondLst>
                                  <p:childTnLst>
                                    <p:set>
                                      <p:cBhvr>
                                        <p:cTn id="72" dur="1" fill="hold">
                                          <p:stCondLst>
                                            <p:cond delay="0"/>
                                          </p:stCondLst>
                                        </p:cTn>
                                        <p:tgtEl>
                                          <p:spTgt spid="7">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allAtOnce"/>
      <p:bldP spid="7" grpId="1" uiExpand="1" build="allAtOnce"/>
      <p:bldP spid="7"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047990997"/>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0079A64A-2550-BDDD-1895-D21B3B79A4F8}"/>
              </a:ext>
            </a:extLst>
          </p:cNvPr>
          <p:cNvSpPr txBox="1"/>
          <p:nvPr/>
        </p:nvSpPr>
        <p:spPr>
          <a:xfrm>
            <a:off x="7848364" y="44624"/>
            <a:ext cx="1201611"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a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
        <p:nvSpPr>
          <p:cNvPr id="14" name="文字方塊 13">
            <a:extLst>
              <a:ext uri="{FF2B5EF4-FFF2-40B4-BE49-F238E27FC236}">
                <a16:creationId xmlns:a16="http://schemas.microsoft.com/office/drawing/2014/main" id="{8C23CE64-A4EF-D92F-0A4C-519787969E65}"/>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a:t>
            </a:r>
            <a:r>
              <a:rPr lang="en-US" altLang="zh-TW" sz="1000" b="1" dirty="0">
                <a:solidFill>
                  <a:srgbClr val="FF0000"/>
                </a:solidFill>
              </a:rPr>
              <a:t>Transformer</a:t>
            </a:r>
            <a:endParaRPr lang="en-US" altLang="zh-TW" sz="1000" dirty="0">
              <a:solidFill>
                <a:srgbClr val="FF0000"/>
              </a:solidFill>
            </a:endParaRPr>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7665</Words>
  <Application>Microsoft Office PowerPoint</Application>
  <PresentationFormat>如螢幕大小 (4:3)</PresentationFormat>
  <Paragraphs>1290</Paragraphs>
  <Slides>21</Slides>
  <Notes>19</Notes>
  <HiddenSlides>2</HiddenSlides>
  <MMClips>0</MMClips>
  <ScaleCrop>false</ScaleCrop>
  <HeadingPairs>
    <vt:vector size="6" baseType="variant">
      <vt:variant>
        <vt:lpstr>使用字型</vt:lpstr>
      </vt:variant>
      <vt:variant>
        <vt:i4>15</vt:i4>
      </vt:variant>
      <vt:variant>
        <vt:lpstr>佈景主題</vt:lpstr>
      </vt:variant>
      <vt:variant>
        <vt:i4>1</vt:i4>
      </vt:variant>
      <vt:variant>
        <vt:lpstr>投影片標題</vt:lpstr>
      </vt:variant>
      <vt:variant>
        <vt:i4>21</vt:i4>
      </vt:variant>
    </vt:vector>
  </HeadingPairs>
  <TitlesOfParts>
    <vt:vector size="37"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1778</cp:revision>
  <cp:lastPrinted>2024-07-30T01:44:15Z</cp:lastPrinted>
  <dcterms:created xsi:type="dcterms:W3CDTF">2019-11-08T03:01:47Z</dcterms:created>
  <dcterms:modified xsi:type="dcterms:W3CDTF">2026-07-25T08:15:52Z</dcterms:modified>
</cp:coreProperties>
</file>