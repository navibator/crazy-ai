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561" r:id="rId2"/>
    <p:sldId id="3560" r:id="rId3"/>
    <p:sldId id="3563" r:id="rId4"/>
    <p:sldId id="3565" r:id="rId5"/>
    <p:sldId id="3572" r:id="rId6"/>
    <p:sldId id="3574" r:id="rId7"/>
    <p:sldId id="3566" r:id="rId8"/>
    <p:sldId id="3571" r:id="rId9"/>
    <p:sldId id="3564" r:id="rId10"/>
    <p:sldId id="3573" r:id="rId11"/>
    <p:sldId id="3570" r:id="rId12"/>
    <p:sldId id="3569" r:id="rId13"/>
    <p:sldId id="3568" r:id="rId1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5E5"/>
    <a:srgbClr val="EBD1D1"/>
    <a:srgbClr val="FCF8F8"/>
    <a:srgbClr val="FFFFCC"/>
    <a:srgbClr val="996600"/>
    <a:srgbClr val="CC9900"/>
    <a:srgbClr val="CCCC00"/>
    <a:srgbClr val="FFCC66"/>
    <a:srgbClr val="FDF3DB"/>
    <a:srgbClr val="2260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7" Type="http://schemas.openxmlformats.org/officeDocument/2006/relationships/image" Target="../media/image141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13" Type="http://schemas.openxmlformats.org/officeDocument/2006/relationships/image" Target="../media/image37.png"/><Relationship Id="rId3" Type="http://schemas.openxmlformats.org/officeDocument/2006/relationships/image" Target="../media/image23.png"/><Relationship Id="rId7" Type="http://schemas.openxmlformats.org/officeDocument/2006/relationships/image" Target="../media/image32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199790" y="1973011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RNN Form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4071998" y="2047019"/>
            <a:ext cx="169036" cy="1070619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631873"/>
              </p:ext>
            </p:extLst>
          </p:nvPr>
        </p:nvGraphicFramePr>
        <p:xfrm>
          <a:off x="618913" y="1610897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Eliminates growing KV cache by compressing pass context into a fixed-size state matrix.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753784"/>
              </p:ext>
            </p:extLst>
          </p:nvPr>
        </p:nvGraphicFramePr>
        <p:xfrm>
          <a:off x="309300" y="1610897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918555"/>
              </p:ext>
            </p:extLst>
          </p:nvPr>
        </p:nvGraphicFramePr>
        <p:xfrm>
          <a:off x="4397878" y="2052078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191678" y="2198186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839750" y="1973011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191678" y="1648999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191678" y="2668400"/>
            <a:ext cx="648072" cy="39688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839750" y="1396971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575539" y="2525444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754601" y="146142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407702" y="1543409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407702" y="2922827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407702" y="2040661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415653" y="139694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438737" y="2052078"/>
            <a:ext cx="166215" cy="10635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397878" y="1740938"/>
            <a:ext cx="1065052" cy="17272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946755"/>
              </p:ext>
            </p:extLst>
          </p:nvPr>
        </p:nvGraphicFramePr>
        <p:xfrm>
          <a:off x="2756777" y="2050838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161014" y="2416926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855974" y="244607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778758" y="152491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512158" y="2446675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999990" y="211607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376254" y="212478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291002" y="244607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728182" y="2322484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877811" y="2416924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364392" y="3090127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932433" y="3091197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644164" y="3091198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446982" y="235523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0350" y="2492896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786316" y="2354156"/>
            <a:ext cx="419992" cy="457200"/>
          </a:xfrm>
          <a:prstGeom prst="roundRect">
            <a:avLst>
              <a:gd name="adj" fmla="val 4619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472341" y="186486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320470" y="1412776"/>
            <a:ext cx="644018" cy="34399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507104" y="178781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872198" y="2116072"/>
            <a:ext cx="293061" cy="15459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432295" y="2116072"/>
            <a:ext cx="293061" cy="1449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3" idx="3"/>
            <a:endCxn id="35" idx="1"/>
          </p:cNvCxnSpPr>
          <p:nvPr/>
        </p:nvCxnSpPr>
        <p:spPr>
          <a:xfrm>
            <a:off x="6604952" y="2583839"/>
            <a:ext cx="233656" cy="18326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118276" y="928012"/>
            <a:ext cx="215981" cy="4591155"/>
          </a:xfrm>
          <a:prstGeom prst="curvedConnector3">
            <a:avLst>
              <a:gd name="adj1" fmla="val -105843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149769" y="175698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1839750" y="2798996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DC1205E8-0D90-14E7-BAAA-F590FDBAA6A0}"/>
              </a:ext>
            </a:extLst>
          </p:cNvPr>
          <p:cNvGrpSpPr/>
          <p:nvPr/>
        </p:nvGrpSpPr>
        <p:grpSpPr>
          <a:xfrm>
            <a:off x="735692" y="4036422"/>
            <a:ext cx="3548276" cy="2529572"/>
            <a:chOff x="972637" y="4139788"/>
            <a:chExt cx="3548276" cy="2529572"/>
          </a:xfrm>
        </p:grpSpPr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A76EF11-4673-3706-F320-6369BAA9D5CE}"/>
                </a:ext>
              </a:extLst>
            </p:cNvPr>
            <p:cNvSpPr txBox="1"/>
            <p:nvPr/>
          </p:nvSpPr>
          <p:spPr>
            <a:xfrm>
              <a:off x="2728758" y="5151081"/>
              <a:ext cx="766847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chemeClr val="accent4"/>
              </a:solidFill>
              <a:prstDash val="sysDash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7A3C9C8B-6856-ECA8-57F9-7952B30D100C}"/>
                </a:ext>
              </a:extLst>
            </p:cNvPr>
            <p:cNvSpPr txBox="1"/>
            <p:nvPr/>
          </p:nvSpPr>
          <p:spPr>
            <a:xfrm>
              <a:off x="1731421" y="6009764"/>
              <a:ext cx="752347" cy="653834"/>
            </a:xfrm>
            <a:prstGeom prst="rect">
              <a:avLst/>
            </a:prstGeom>
            <a:noFill/>
            <a:ln w="6350">
              <a:solidFill>
                <a:schemeClr val="accent4"/>
              </a:solidFill>
              <a:prstDash val="sysDash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A0F8FDBD-F57F-A85D-E887-212C105A5BEE}"/>
                </a:ext>
              </a:extLst>
            </p:cNvPr>
            <p:cNvSpPr txBox="1"/>
            <p:nvPr/>
          </p:nvSpPr>
          <p:spPr>
            <a:xfrm>
              <a:off x="2728759" y="5157192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950ED34C-CD37-4726-B581-98340B559A15}"/>
                </a:ext>
              </a:extLst>
            </p:cNvPr>
            <p:cNvSpPr txBox="1"/>
            <p:nvPr/>
          </p:nvSpPr>
          <p:spPr>
            <a:xfrm>
              <a:off x="2728759" y="4934785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A1CB3067-926E-43EE-A7D2-0AAF1FE29619}"/>
                </a:ext>
              </a:extLst>
            </p:cNvPr>
            <p:cNvSpPr txBox="1"/>
            <p:nvPr/>
          </p:nvSpPr>
          <p:spPr>
            <a:xfrm>
              <a:off x="2728759" y="4365104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2" name="文字方塊 91">
              <a:extLst>
                <a:ext uri="{FF2B5EF4-FFF2-40B4-BE49-F238E27FC236}">
                  <a16:creationId xmlns:a16="http://schemas.microsoft.com/office/drawing/2014/main" id="{936C4F10-1350-71AF-E355-A3194B83A5A5}"/>
                </a:ext>
              </a:extLst>
            </p:cNvPr>
            <p:cNvSpPr txBox="1"/>
            <p:nvPr/>
          </p:nvSpPr>
          <p:spPr>
            <a:xfrm>
              <a:off x="2728759" y="4612239"/>
              <a:ext cx="766847" cy="290927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vert="eaVert" wrap="none" lIns="9144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C929511A-9EEF-4E59-FC85-21E1E8FFD538}"/>
                </a:ext>
              </a:extLst>
            </p:cNvPr>
            <p:cNvSpPr/>
            <p:nvPr/>
          </p:nvSpPr>
          <p:spPr>
            <a:xfrm>
              <a:off x="1016978" y="4383774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1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95BCDCC0-1EC4-EC48-7E06-12F7ABA306ED}"/>
                </a:ext>
              </a:extLst>
            </p:cNvPr>
            <p:cNvSpPr txBox="1"/>
            <p:nvPr/>
          </p:nvSpPr>
          <p:spPr>
            <a:xfrm>
              <a:off x="4380539" y="6014800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06946514-7903-83FC-A8FA-A378C60078E9}"/>
                </a:ext>
              </a:extLst>
            </p:cNvPr>
            <p:cNvSpPr txBox="1"/>
            <p:nvPr/>
          </p:nvSpPr>
          <p:spPr>
            <a:xfrm>
              <a:off x="3635896" y="6015526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0EA98BAB-419A-D12B-443B-3EB91CDBB4C7}"/>
                </a:ext>
              </a:extLst>
            </p:cNvPr>
            <p:cNvSpPr txBox="1"/>
            <p:nvPr/>
          </p:nvSpPr>
          <p:spPr>
            <a:xfrm>
              <a:off x="4171882" y="6014800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E306870E-E58D-441E-4790-80588ADAC3EC}"/>
                </a:ext>
              </a:extLst>
            </p:cNvPr>
            <p:cNvSpPr txBox="1"/>
            <p:nvPr/>
          </p:nvSpPr>
          <p:spPr>
            <a:xfrm>
              <a:off x="3812636" y="6015526"/>
              <a:ext cx="293061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2AAEC48-A8AA-BD3F-42CA-F2D7F66955D9}"/>
                </a:ext>
              </a:extLst>
            </p:cNvPr>
            <p:cNvSpPr txBox="1"/>
            <p:nvPr/>
          </p:nvSpPr>
          <p:spPr>
            <a:xfrm>
              <a:off x="1735063" y="6015526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3F53D7D-C928-788A-5689-52502A87547D}"/>
                </a:ext>
              </a:extLst>
            </p:cNvPr>
            <p:cNvSpPr txBox="1"/>
            <p:nvPr/>
          </p:nvSpPr>
          <p:spPr>
            <a:xfrm>
              <a:off x="975242" y="6009764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7D25203-FF07-FCEA-FCEA-6EA0D7A6F874}"/>
                </a:ext>
              </a:extLst>
            </p:cNvPr>
            <p:cNvSpPr txBox="1"/>
            <p:nvPr/>
          </p:nvSpPr>
          <p:spPr>
            <a:xfrm>
              <a:off x="1528564" y="6015526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970B9120-8E23-F7E8-9975-39A719DFDAB7}"/>
                </a:ext>
              </a:extLst>
            </p:cNvPr>
            <p:cNvSpPr txBox="1"/>
            <p:nvPr/>
          </p:nvSpPr>
          <p:spPr>
            <a:xfrm>
              <a:off x="1173020" y="6009764"/>
              <a:ext cx="293061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8" name="左大括弧 17">
              <a:extLst>
                <a:ext uri="{FF2B5EF4-FFF2-40B4-BE49-F238E27FC236}">
                  <a16:creationId xmlns:a16="http://schemas.microsoft.com/office/drawing/2014/main" id="{BD2D487F-8694-12BA-6A0F-CE48B2D9B58F}"/>
                </a:ext>
              </a:extLst>
            </p:cNvPr>
            <p:cNvSpPr/>
            <p:nvPr/>
          </p:nvSpPr>
          <p:spPr>
            <a:xfrm rot="5400000">
              <a:off x="1350189" y="5482311"/>
              <a:ext cx="121111" cy="876215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左大括弧 26">
              <a:extLst>
                <a:ext uri="{FF2B5EF4-FFF2-40B4-BE49-F238E27FC236}">
                  <a16:creationId xmlns:a16="http://schemas.microsoft.com/office/drawing/2014/main" id="{7070120A-63D2-CE04-2ABF-CACAFD3E2566}"/>
                </a:ext>
              </a:extLst>
            </p:cNvPr>
            <p:cNvSpPr/>
            <p:nvPr/>
          </p:nvSpPr>
          <p:spPr>
            <a:xfrm rot="5400000">
              <a:off x="4022250" y="5489387"/>
              <a:ext cx="121111" cy="876215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4696DE85-35DA-91CB-C34C-6B704A325891}"/>
                </a:ext>
              </a:extLst>
            </p:cNvPr>
            <p:cNvSpPr/>
            <p:nvPr/>
          </p:nvSpPr>
          <p:spPr>
            <a:xfrm rot="10800000">
              <a:off x="3540647" y="4365104"/>
              <a:ext cx="109871" cy="931181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4A4C3D2F-6006-C780-5829-C4650EA12BE4}"/>
                </a:ext>
              </a:extLst>
            </p:cNvPr>
            <p:cNvSpPr txBox="1"/>
            <p:nvPr/>
          </p:nvSpPr>
          <p:spPr>
            <a:xfrm>
              <a:off x="3669196" y="4739837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85D614CC-C572-DAD0-9E53-4E132793B495}"/>
                </a:ext>
              </a:extLst>
            </p:cNvPr>
            <p:cNvSpPr txBox="1"/>
            <p:nvPr/>
          </p:nvSpPr>
          <p:spPr>
            <a:xfrm>
              <a:off x="3939820" y="569956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A30A3FF-0319-21ED-4919-8A1BB2258875}"/>
                </a:ext>
              </a:extLst>
            </p:cNvPr>
            <p:cNvSpPr txBox="1"/>
            <p:nvPr/>
          </p:nvSpPr>
          <p:spPr>
            <a:xfrm>
              <a:off x="1267583" y="5697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d*</a:t>
              </a:r>
              <a:r>
                <a:rPr lang="en-US" altLang="zh-TW" sz="1200" b="1" dirty="0"/>
                <a:t>N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8378D43-7DE9-1F85-DC5D-24C423F9689F}"/>
                </a:ext>
              </a:extLst>
            </p:cNvPr>
            <p:cNvSpPr/>
            <p:nvPr/>
          </p:nvSpPr>
          <p:spPr>
            <a:xfrm>
              <a:off x="1157448" y="4608681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altLang="zh-TW" sz="1200" b="1" baseline="30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 . . .</a:t>
              </a:r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 </a:t>
              </a:r>
              <a:endParaRPr lang="zh-TW" alt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E6E6AA3-812C-66BB-3832-E798F359FAD5}"/>
                </a:ext>
              </a:extLst>
            </p:cNvPr>
            <p:cNvSpPr/>
            <p:nvPr/>
          </p:nvSpPr>
          <p:spPr>
            <a:xfrm>
              <a:off x="1572905" y="4935406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 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t-1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D77D4486-0911-BBB9-DD84-082FB2A0B81D}"/>
                </a:ext>
              </a:extLst>
            </p:cNvPr>
            <p:cNvSpPr/>
            <p:nvPr/>
          </p:nvSpPr>
          <p:spPr>
            <a:xfrm>
              <a:off x="2728758" y="6008755"/>
              <a:ext cx="777293" cy="653833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75000"/>
                </a:schemeClr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S</a:t>
              </a:r>
              <a:r>
                <a:rPr lang="en-US" altLang="zh-TW" sz="1400" b="1" baseline="-25000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t</a:t>
              </a: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05D1DE29-1680-FF9F-0407-2F913C5C6C7D}"/>
                </a:ext>
              </a:extLst>
            </p:cNvPr>
            <p:cNvSpPr txBox="1"/>
            <p:nvPr/>
          </p:nvSpPr>
          <p:spPr>
            <a:xfrm>
              <a:off x="1003052" y="4139788"/>
              <a:ext cx="204639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Remove vk</a:t>
              </a:r>
              <a:r>
                <a:rPr lang="en-US" altLang="zh-TW" sz="1200" baseline="300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T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 loop by </a:t>
              </a:r>
              <a:r>
                <a:rPr lang="en-US" altLang="zh-TW" sz="1200" dirty="0"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  <a:sym typeface="Wingdings" panose="05000000000000000000" pitchFamily="2" charset="2"/>
                </a:rPr>
                <a:t>“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qk</a:t>
              </a:r>
              <a:r>
                <a:rPr lang="en-US" altLang="zh-TW" sz="1200" baseline="300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T 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matrix</a:t>
              </a:r>
              <a:r>
                <a:rPr lang="en-US" altLang="zh-TW" sz="1200" dirty="0"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  <a:sym typeface="Wingdings" panose="05000000000000000000" pitchFamily="2" charset="2"/>
                </a:rPr>
                <a:t>”</a:t>
              </a:r>
              <a:endParaRPr lang="zh-TW" altLang="en-US" sz="1200" b="1" dirty="0">
                <a:latin typeface="ADLaM Display" panose="02010000000000000000" pitchFamily="2" charset="0"/>
                <a:ea typeface="HGGothicE" panose="020B0909000000000000" pitchFamily="49" charset="-128"/>
                <a:cs typeface="ADLaM Display" panose="02010000000000000000" pitchFamily="2" charset="0"/>
              </a:endParaRPr>
            </a:p>
          </p:txBody>
        </p:sp>
      </p:grp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898230F-694A-FF83-FE08-E8FBA332359B}"/>
              </a:ext>
            </a:extLst>
          </p:cNvPr>
          <p:cNvGrpSpPr/>
          <p:nvPr/>
        </p:nvGrpSpPr>
        <p:grpSpPr>
          <a:xfrm>
            <a:off x="4892249" y="4221088"/>
            <a:ext cx="4072239" cy="2160240"/>
            <a:chOff x="4860032" y="3861048"/>
            <a:chExt cx="4164554" cy="2160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/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>
                    <a:lnSpc>
                      <a:spcPts val="18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blipFill>
                  <a:blip r:embed="rId3"/>
                  <a:stretch>
                    <a:fillRect l="-4167" b="-135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B2BC8C01-F33E-DDF5-F2EA-8EAA6C0D6CCB}"/>
                </a:ext>
              </a:extLst>
            </p:cNvPr>
            <p:cNvSpPr/>
            <p:nvPr/>
          </p:nvSpPr>
          <p:spPr>
            <a:xfrm>
              <a:off x="4860034" y="5044533"/>
              <a:ext cx="482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Prefill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71EB7653-2802-CB01-45D4-682F88321E1A}"/>
                </a:ext>
              </a:extLst>
            </p:cNvPr>
            <p:cNvSpPr/>
            <p:nvPr/>
          </p:nvSpPr>
          <p:spPr>
            <a:xfrm>
              <a:off x="4860033" y="3861048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State Memory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/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dxd</m:t>
                          </m:r>
                        </m:sup>
                      </m:sSup>
                    </m:oMath>
                  </a14:m>
                  <a:endParaRPr lang="en-US" altLang="zh-TW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blipFill>
                  <a:blip r:embed="rId4"/>
                  <a:stretch>
                    <a:fillRect l="-3285" b="-225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010B6A77-3EC5-711B-B6F8-E07A5B216265}"/>
                </a:ext>
              </a:extLst>
            </p:cNvPr>
            <p:cNvSpPr/>
            <p:nvPr/>
          </p:nvSpPr>
          <p:spPr>
            <a:xfrm>
              <a:off x="4860033" y="4400938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/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:endParaRPr lang="en-US" altLang="zh-TW" sz="1200" b="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=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200"/>
                    </a:lnSpc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Ο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sSup>
                            <m:s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blipFill>
                  <a:blip r:embed="rId5"/>
                  <a:stretch>
                    <a:fillRect l="-1347" t="-35156" b="-2421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736066" y="243586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6880163" y="2354155"/>
            <a:ext cx="348939" cy="45720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08102" y="2116072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6838608" y="2665373"/>
            <a:ext cx="432048" cy="203455"/>
          </a:xfrm>
          <a:prstGeom prst="rect">
            <a:avLst/>
          </a:prstGeom>
          <a:solidFill>
            <a:srgbClr val="F3E5E5">
              <a:alpha val="6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F151290-8E67-D7B6-3544-346E0BF624FA}"/>
              </a:ext>
            </a:extLst>
          </p:cNvPr>
          <p:cNvSpPr txBox="1"/>
          <p:nvPr/>
        </p:nvSpPr>
        <p:spPr>
          <a:xfrm>
            <a:off x="6908102" y="2852936"/>
            <a:ext cx="293061" cy="14668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D134CEE8-15EF-28A2-B9E7-FD5CBE969D3D}"/>
              </a:ext>
            </a:extLst>
          </p:cNvPr>
          <p:cNvSpPr txBox="1"/>
          <p:nvPr/>
        </p:nvSpPr>
        <p:spPr>
          <a:xfrm>
            <a:off x="7024326" y="1418470"/>
            <a:ext cx="644018" cy="34399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Connection</a:t>
            </a:r>
            <a:endParaRPr lang="zh-TW" altLang="en-US" sz="1200" dirty="0"/>
          </a:p>
        </p:txBody>
      </p:sp>
      <p:sp>
        <p:nvSpPr>
          <p:cNvPr id="85" name="左大括弧 84">
            <a:extLst>
              <a:ext uri="{FF2B5EF4-FFF2-40B4-BE49-F238E27FC236}">
                <a16:creationId xmlns:a16="http://schemas.microsoft.com/office/drawing/2014/main" id="{8EAE8D10-AD5A-FC28-433B-EF384BEDAB54}"/>
              </a:ext>
            </a:extLst>
          </p:cNvPr>
          <p:cNvSpPr/>
          <p:nvPr/>
        </p:nvSpPr>
        <p:spPr>
          <a:xfrm rot="5400000">
            <a:off x="7267244" y="1571907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8244408" y="248077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</a:t>
            </a:r>
            <a:r>
              <a:rPr lang="zh-TW" altLang="en-US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 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Chunk-wise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4587682" y="4024031"/>
            <a:ext cx="265103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943100">
              <a:lnSpc>
                <a:spcPts val="1800"/>
              </a:lnSpc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defTabSz="1943100">
              <a:lnSpc>
                <a:spcPts val="1800"/>
              </a:lnSpc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5679008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4468336" y="2277273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4465070" y="2939014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4670896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4886920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5462984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5102944" y="5065700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6327309" y="4366615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4BFDC0-1ADB-EB3B-BD74-A58FB3732FAE}"/>
              </a:ext>
            </a:extLst>
          </p:cNvPr>
          <p:cNvSpPr txBox="1"/>
          <p:nvPr/>
        </p:nvSpPr>
        <p:spPr>
          <a:xfrm>
            <a:off x="287524" y="980728"/>
            <a:ext cx="58686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53178E-3BCA-AF78-3E30-E31323A389C1}"/>
              </a:ext>
            </a:extLst>
          </p:cNvPr>
          <p:cNvSpPr/>
          <p:nvPr/>
        </p:nvSpPr>
        <p:spPr>
          <a:xfrm>
            <a:off x="4572000" y="108620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875CBFC2-A30E-BF42-6B23-413C3CC24513}"/>
              </a:ext>
            </a:extLst>
          </p:cNvPr>
          <p:cNvGrpSpPr/>
          <p:nvPr/>
        </p:nvGrpSpPr>
        <p:grpSpPr>
          <a:xfrm>
            <a:off x="4572000" y="1342878"/>
            <a:ext cx="4198865" cy="762971"/>
            <a:chOff x="111742" y="2772698"/>
            <a:chExt cx="3904317" cy="762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A67DC1-1773-F546-E1CA-8F94F33727FD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6D73826-FBFB-FFE3-2BBD-A92E1B6B5521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966056" y="4228215"/>
            <a:ext cx="460592" cy="481166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25400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</a:t>
            </a: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DBB9D24-FF1A-AB42-22B8-03A0C529FB88}"/>
              </a:ext>
            </a:extLst>
          </p:cNvPr>
          <p:cNvGrpSpPr/>
          <p:nvPr/>
        </p:nvGrpSpPr>
        <p:grpSpPr>
          <a:xfrm>
            <a:off x="7604680" y="4538769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8E9E5F58-0691-8D79-433B-90A504486B95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4A6DBCD8-60B7-8013-79F3-352440183DC2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0C87664-0831-93CA-935E-0571475991D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EAD3FD-CB49-499E-2E50-54C92F74F050}"/>
              </a:ext>
            </a:extLst>
          </p:cNvPr>
          <p:cNvSpPr/>
          <p:nvPr/>
        </p:nvSpPr>
        <p:spPr>
          <a:xfrm>
            <a:off x="5580110" y="455684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17B68AC-F0E9-832F-905F-C62938F8743E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5C47415-1EAD-0E24-94AD-96655881A90D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F2D8A0F2-D716-5D6D-E75A-E82694D082B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blipFill>
                <a:blip r:embed="rId4"/>
                <a:stretch>
                  <a:fillRect l="-2807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445476" y="551678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blipFill>
                <a:blip r:embed="rId5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509648" y="6016175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blipFill>
                <a:blip r:embed="rId6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blipFill>
                <a:blip r:embed="rId7"/>
                <a:stretch>
                  <a:fillRect l="-3746" t="-1980" b="-742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37890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4641868" y="3573016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(KDA) 2025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4641868" y="4839543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DeltaNet-2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(GDN2) 2026</a:t>
            </a:r>
          </a:p>
        </p:txBody>
      </p:sp>
      <p:sp>
        <p:nvSpPr>
          <p:cNvPr id="6" name="文字方塊 5">
            <a:hlinkClick r:id="rId8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84498" y="6456766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/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blipFill>
                <a:blip r:embed="rId9"/>
                <a:stretch>
                  <a:fillRect l="-1435"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A7C35DB0-DB57-E601-5A1C-7A79A28A9D91}"/>
              </a:ext>
            </a:extLst>
          </p:cNvPr>
          <p:cNvSpPr/>
          <p:nvPr/>
        </p:nvSpPr>
        <p:spPr>
          <a:xfrm>
            <a:off x="4641868" y="591793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 Erase-then-Delta Attention (EDA)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2026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224394-A5AF-0D54-7C54-EB3126E8F76B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79C8489-2701-0BED-16D8-9CF547E95657}"/>
                  </a:ext>
                </a:extLst>
              </p:cNvPr>
              <p:cNvSpPr txBox="1"/>
              <p:nvPr/>
            </p:nvSpPr>
            <p:spPr>
              <a:xfrm>
                <a:off x="2831454" y="1760330"/>
                <a:ext cx="780791" cy="568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79C8489-2701-0BED-16D8-9CF547E95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454" y="1760330"/>
                <a:ext cx="780791" cy="568297"/>
              </a:xfrm>
              <a:prstGeom prst="rect">
                <a:avLst/>
              </a:prstGeom>
              <a:blipFill>
                <a:blip r:embed="rId10"/>
                <a:stretch>
                  <a:fillRect l="-8527" b="-64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/>
              <p:nvPr/>
            </p:nvSpPr>
            <p:spPr>
              <a:xfrm>
                <a:off x="4641868" y="5055567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5055567"/>
                <a:ext cx="3818564" cy="461665"/>
              </a:xfrm>
              <a:prstGeom prst="rect">
                <a:avLst/>
              </a:prstGeom>
              <a:blipFill>
                <a:blip r:embed="rId11"/>
                <a:stretch>
                  <a:fillRect l="-1435" b="-11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/>
              <p:nvPr/>
            </p:nvSpPr>
            <p:spPr>
              <a:xfrm>
                <a:off x="4641868" y="3945830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3945830"/>
                <a:ext cx="3818564" cy="461665"/>
              </a:xfrm>
              <a:prstGeom prst="rect">
                <a:avLst/>
              </a:prstGeom>
              <a:blipFill>
                <a:blip r:embed="rId12"/>
                <a:stretch>
                  <a:fillRect l="-1435" b="-65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769AA3A1-F1B0-0A7D-B8D4-06E5AF6F4FE3}"/>
              </a:ext>
            </a:extLst>
          </p:cNvPr>
          <p:cNvSpPr/>
          <p:nvPr/>
        </p:nvSpPr>
        <p:spPr>
          <a:xfrm>
            <a:off x="4641868" y="2564904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/>
              <p:nvPr/>
            </p:nvSpPr>
            <p:spPr>
              <a:xfrm>
                <a:off x="4641868" y="2708920"/>
                <a:ext cx="38185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2708920"/>
                <a:ext cx="3818564" cy="504056"/>
              </a:xfrm>
              <a:prstGeom prst="rect">
                <a:avLst/>
              </a:prstGeom>
              <a:blipFill>
                <a:blip r:embed="rId13"/>
                <a:stretch>
                  <a:fillRect l="-1435" b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矩形 22">
            <a:extLst>
              <a:ext uri="{FF2B5EF4-FFF2-40B4-BE49-F238E27FC236}">
                <a16:creationId xmlns:a16="http://schemas.microsoft.com/office/drawing/2014/main" id="{1A521D9A-46DB-85F7-E4E4-ABE260B4CD41}"/>
              </a:ext>
            </a:extLst>
          </p:cNvPr>
          <p:cNvSpPr/>
          <p:nvPr/>
        </p:nvSpPr>
        <p:spPr>
          <a:xfrm>
            <a:off x="4618073" y="-477692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4EBCE66-ECE3-2486-5481-A9C798F69E21}"/>
              </a:ext>
            </a:extLst>
          </p:cNvPr>
          <p:cNvSpPr/>
          <p:nvPr/>
        </p:nvSpPr>
        <p:spPr>
          <a:xfrm>
            <a:off x="4618073" y="16288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141912C5-634F-11BC-7B1A-F2590C963F74}"/>
                  </a:ext>
                </a:extLst>
              </p:cNvPr>
              <p:cNvSpPr txBox="1"/>
              <p:nvPr/>
            </p:nvSpPr>
            <p:spPr>
              <a:xfrm>
                <a:off x="4672365" y="1700808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141912C5-634F-11BC-7B1A-F2590C963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365" y="1700808"/>
                <a:ext cx="4120007" cy="276422"/>
              </a:xfrm>
              <a:prstGeom prst="rect">
                <a:avLst/>
              </a:prstGeom>
              <a:blipFill>
                <a:blip r:embed="rId14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E757B763-16AC-F21D-51D6-AE05A2B11719}"/>
              </a:ext>
            </a:extLst>
          </p:cNvPr>
          <p:cNvSpPr/>
          <p:nvPr/>
        </p:nvSpPr>
        <p:spPr>
          <a:xfrm>
            <a:off x="6660232" y="3559790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F3EF2503-35EB-AB1F-F9EA-33BACB394A3A}"/>
              </a:ext>
            </a:extLst>
          </p:cNvPr>
          <p:cNvSpPr/>
          <p:nvPr/>
        </p:nvSpPr>
        <p:spPr>
          <a:xfrm>
            <a:off x="2051720" y="3559790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2BE0006-40DE-14FE-A0E1-9223CBC5F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223853"/>
              </p:ext>
            </p:extLst>
          </p:nvPr>
        </p:nvGraphicFramePr>
        <p:xfrm>
          <a:off x="470843" y="3197676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935AA3A3-C412-61B5-7F59-59220544E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473796"/>
              </p:ext>
            </p:extLst>
          </p:nvPr>
        </p:nvGraphicFramePr>
        <p:xfrm>
          <a:off x="161230" y="3197676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12641E0-2BEB-3E1C-DAEB-A57A92616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490995"/>
              </p:ext>
            </p:extLst>
          </p:nvPr>
        </p:nvGraphicFramePr>
        <p:xfrm>
          <a:off x="4249808" y="363885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11483B9-A137-4554-7851-950C16A9B7B8}"/>
              </a:ext>
            </a:extLst>
          </p:cNvPr>
          <p:cNvSpPr txBox="1"/>
          <p:nvPr/>
        </p:nvSpPr>
        <p:spPr>
          <a:xfrm>
            <a:off x="7039322" y="3638857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8270337D-4B76-A9DA-E873-77B298EC505B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784965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4EC77D9-9815-2C8F-AC1D-DEF420788CEB}"/>
              </a:ext>
            </a:extLst>
          </p:cNvPr>
          <p:cNvSpPr txBox="1"/>
          <p:nvPr/>
        </p:nvSpPr>
        <p:spPr>
          <a:xfrm>
            <a:off x="1691680" y="355979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7493A031-A7F4-3ED0-13C2-35217B6C6E82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3235778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D751BE36-6980-BBE7-F0D9-B196F557AAFF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4255179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2F0F6D2E-613A-4EA7-D47B-E97626E9059B}"/>
              </a:ext>
            </a:extLst>
          </p:cNvPr>
          <p:cNvSpPr txBox="1"/>
          <p:nvPr/>
        </p:nvSpPr>
        <p:spPr>
          <a:xfrm>
            <a:off x="1691680" y="4385775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D9B53C4-CEF2-170C-9696-48E3B2753DA8}"/>
              </a:ext>
            </a:extLst>
          </p:cNvPr>
          <p:cNvSpPr txBox="1"/>
          <p:nvPr/>
        </p:nvSpPr>
        <p:spPr>
          <a:xfrm>
            <a:off x="1691680" y="298375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7211C77C-3C75-8FEC-AA32-131B35F9456B}"/>
              </a:ext>
            </a:extLst>
          </p:cNvPr>
          <p:cNvSpPr/>
          <p:nvPr/>
        </p:nvSpPr>
        <p:spPr>
          <a:xfrm>
            <a:off x="427469" y="4112223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73269E64-4DAB-F9B0-D39D-98EC34292F66}"/>
              </a:ext>
            </a:extLst>
          </p:cNvPr>
          <p:cNvSpPr txBox="1"/>
          <p:nvPr/>
        </p:nvSpPr>
        <p:spPr>
          <a:xfrm>
            <a:off x="606531" y="304820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3C8AA34-72E2-942D-C1D0-8EACE97596CE}"/>
              </a:ext>
            </a:extLst>
          </p:cNvPr>
          <p:cNvSpPr/>
          <p:nvPr/>
        </p:nvSpPr>
        <p:spPr>
          <a:xfrm>
            <a:off x="1259632" y="313018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F5CA989-9467-8B18-7881-1A86F4CB1E24}"/>
              </a:ext>
            </a:extLst>
          </p:cNvPr>
          <p:cNvSpPr/>
          <p:nvPr/>
        </p:nvSpPr>
        <p:spPr>
          <a:xfrm>
            <a:off x="1259632" y="450960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EFF8956-AA92-6FD9-4696-76A44437D67E}"/>
              </a:ext>
            </a:extLst>
          </p:cNvPr>
          <p:cNvSpPr/>
          <p:nvPr/>
        </p:nvSpPr>
        <p:spPr>
          <a:xfrm>
            <a:off x="1259632" y="362744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E091F4B-CFB7-4FAE-6C91-B4C1B3B441F3}"/>
              </a:ext>
            </a:extLst>
          </p:cNvPr>
          <p:cNvSpPr txBox="1"/>
          <p:nvPr/>
        </p:nvSpPr>
        <p:spPr>
          <a:xfrm>
            <a:off x="1267583" y="298372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CE5689-4D05-5866-D652-B626E7214014}"/>
              </a:ext>
            </a:extLst>
          </p:cNvPr>
          <p:cNvSpPr txBox="1"/>
          <p:nvPr/>
        </p:nvSpPr>
        <p:spPr>
          <a:xfrm>
            <a:off x="6290667" y="3638857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60590A6-315F-2B69-A3BC-EC0825049283}"/>
              </a:ext>
            </a:extLst>
          </p:cNvPr>
          <p:cNvSpPr txBox="1"/>
          <p:nvPr/>
        </p:nvSpPr>
        <p:spPr>
          <a:xfrm>
            <a:off x="4249808" y="3327717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23B103-F9B2-8401-BCAB-25C144FE6B3F}"/>
              </a:ext>
            </a:extLst>
          </p:cNvPr>
          <p:cNvSpPr txBox="1"/>
          <p:nvPr/>
        </p:nvSpPr>
        <p:spPr>
          <a:xfrm>
            <a:off x="3906361" y="3633798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F012C4F-74F5-A581-9183-EB270F473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29768"/>
              </p:ext>
            </p:extLst>
          </p:nvPr>
        </p:nvGraphicFramePr>
        <p:xfrm>
          <a:off x="2608707" y="363761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1782A8A3-32FE-DC9E-7EDC-6AA3A5314CA5}"/>
              </a:ext>
            </a:extLst>
          </p:cNvPr>
          <p:cNvSpPr txBox="1"/>
          <p:nvPr/>
        </p:nvSpPr>
        <p:spPr>
          <a:xfrm>
            <a:off x="2987824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5D5612E-CEFD-A0E7-193F-29E88E7B9845}"/>
              </a:ext>
            </a:extLst>
          </p:cNvPr>
          <p:cNvSpPr txBox="1"/>
          <p:nvPr/>
        </p:nvSpPr>
        <p:spPr>
          <a:xfrm>
            <a:off x="6714360" y="4048799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6921EB-F303-3E59-4E77-FDBFF1BC0725}"/>
              </a:ext>
            </a:extLst>
          </p:cNvPr>
          <p:cNvSpPr txBox="1"/>
          <p:nvPr/>
        </p:nvSpPr>
        <p:spPr>
          <a:xfrm>
            <a:off x="3012944" y="400370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EB85648-EF5C-7D16-7B6F-206D50AD9293}"/>
              </a:ext>
            </a:extLst>
          </p:cNvPr>
          <p:cNvSpPr txBox="1"/>
          <p:nvPr/>
        </p:nvSpPr>
        <p:spPr>
          <a:xfrm>
            <a:off x="3285381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826CB9-4693-DAF4-279D-BDB832543829}"/>
              </a:ext>
            </a:extLst>
          </p:cNvPr>
          <p:cNvSpPr txBox="1"/>
          <p:nvPr/>
        </p:nvSpPr>
        <p:spPr>
          <a:xfrm>
            <a:off x="3707904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A26A112-7548-3BB4-4281-891C94A10A88}"/>
              </a:ext>
            </a:extLst>
          </p:cNvPr>
          <p:cNvSpPr txBox="1"/>
          <p:nvPr/>
        </p:nvSpPr>
        <p:spPr>
          <a:xfrm>
            <a:off x="4630688" y="311169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D10F79C-096C-BBD6-87A7-2FF2BC04CFBB}"/>
              </a:ext>
            </a:extLst>
          </p:cNvPr>
          <p:cNvGrpSpPr/>
          <p:nvPr/>
        </p:nvGrpSpPr>
        <p:grpSpPr>
          <a:xfrm>
            <a:off x="6694790" y="4957482"/>
            <a:ext cx="1018303" cy="1417314"/>
            <a:chOff x="3109697" y="1329840"/>
            <a:chExt cx="1018303" cy="1417314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A1F37310-C3AB-B938-7891-8DB392B9E945}"/>
                </a:ext>
              </a:extLst>
            </p:cNvPr>
            <p:cNvSpPr/>
            <p:nvPr/>
          </p:nvSpPr>
          <p:spPr>
            <a:xfrm rot="10800000">
              <a:off x="3358740" y="1901351"/>
              <a:ext cx="493177" cy="845803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10B45F94-15F0-49E2-EE39-78ED3F3C6B60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56FDB3A-F91D-5A3A-45E7-CF6B6E6ECA98}"/>
                </a:ext>
              </a:extLst>
            </p:cNvPr>
            <p:cNvSpPr txBox="1"/>
            <p:nvPr/>
          </p:nvSpPr>
          <p:spPr>
            <a:xfrm>
              <a:off x="3109697" y="1329840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545AE5E-4676-8B70-9C32-93BEA8F7FB49}"/>
              </a:ext>
            </a:extLst>
          </p:cNvPr>
          <p:cNvSpPr txBox="1"/>
          <p:nvPr/>
        </p:nvSpPr>
        <p:spPr>
          <a:xfrm>
            <a:off x="5364088" y="403345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98A72DC2-00F3-1E75-1995-110D8F3F5536}"/>
              </a:ext>
            </a:extLst>
          </p:cNvPr>
          <p:cNvSpPr txBox="1"/>
          <p:nvPr/>
        </p:nvSpPr>
        <p:spPr>
          <a:xfrm>
            <a:off x="3851920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443BE9F-5ECF-018A-BBEF-8947BAD3F500}"/>
              </a:ext>
            </a:extLst>
          </p:cNvPr>
          <p:cNvSpPr txBox="1"/>
          <p:nvPr/>
        </p:nvSpPr>
        <p:spPr>
          <a:xfrm>
            <a:off x="622818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0BF89DB0-539D-BF87-763B-CD62C76C3F69}"/>
              </a:ext>
            </a:extLst>
          </p:cNvPr>
          <p:cNvSpPr txBox="1"/>
          <p:nvPr/>
        </p:nvSpPr>
        <p:spPr>
          <a:xfrm>
            <a:off x="6142932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41F54C6-444A-BC31-224D-4F7D0B2F7058}"/>
              </a:ext>
            </a:extLst>
          </p:cNvPr>
          <p:cNvSpPr txBox="1"/>
          <p:nvPr/>
        </p:nvSpPr>
        <p:spPr>
          <a:xfrm>
            <a:off x="698044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F1C693-CACD-91D3-6257-7D4108D7AD90}"/>
              </a:ext>
            </a:extLst>
          </p:cNvPr>
          <p:cNvSpPr/>
          <p:nvPr/>
        </p:nvSpPr>
        <p:spPr>
          <a:xfrm>
            <a:off x="5580112" y="3909263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2BBC152-9B1D-FE4E-4B25-BE82677DD778}"/>
              </a:ext>
            </a:extLst>
          </p:cNvPr>
          <p:cNvSpPr txBox="1"/>
          <p:nvPr/>
        </p:nvSpPr>
        <p:spPr>
          <a:xfrm>
            <a:off x="5729741" y="4003703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D3CC4048-0E71-FA16-5DDF-C85B7CFB313C}"/>
              </a:ext>
            </a:extLst>
          </p:cNvPr>
          <p:cNvSpPr txBox="1"/>
          <p:nvPr/>
        </p:nvSpPr>
        <p:spPr>
          <a:xfrm>
            <a:off x="6444208" y="4041750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09A1E33-61AA-7D8D-A36D-C89E775F0E7F}"/>
              </a:ext>
            </a:extLst>
          </p:cNvPr>
          <p:cNvSpPr txBox="1"/>
          <p:nvPr/>
        </p:nvSpPr>
        <p:spPr>
          <a:xfrm>
            <a:off x="587996" y="39456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817757FC-C276-A860-7CE0-BB1B7FCEBDAF}"/>
              </a:ext>
            </a:extLst>
          </p:cNvPr>
          <p:cNvSpPr txBox="1"/>
          <p:nvPr/>
        </p:nvSpPr>
        <p:spPr>
          <a:xfrm>
            <a:off x="216322" y="4676906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46A86253-E28B-B50C-1480-A6134715218F}"/>
              </a:ext>
            </a:extLst>
          </p:cNvPr>
          <p:cNvSpPr txBox="1"/>
          <p:nvPr/>
        </p:nvSpPr>
        <p:spPr>
          <a:xfrm>
            <a:off x="784363" y="4677976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A6125A2-5C46-3F09-26F3-9056D7CBFAFE}"/>
              </a:ext>
            </a:extLst>
          </p:cNvPr>
          <p:cNvSpPr txBox="1"/>
          <p:nvPr/>
        </p:nvSpPr>
        <p:spPr>
          <a:xfrm>
            <a:off x="496094" y="4677977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EF84F864-E32D-61F0-9B6E-1C16F9615E8C}"/>
              </a:ext>
            </a:extLst>
          </p:cNvPr>
          <p:cNvSpPr/>
          <p:nvPr/>
        </p:nvSpPr>
        <p:spPr>
          <a:xfrm rot="5400000">
            <a:off x="6017552" y="313313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ED70A0-0DFF-0742-3A30-053D1CB5D131}"/>
              </a:ext>
            </a:extLst>
          </p:cNvPr>
          <p:cNvSpPr/>
          <p:nvPr/>
        </p:nvSpPr>
        <p:spPr>
          <a:xfrm>
            <a:off x="7560800" y="394201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4D66DB-FBD0-C700-74E3-1E435484F3AA}"/>
              </a:ext>
            </a:extLst>
          </p:cNvPr>
          <p:cNvSpPr txBox="1"/>
          <p:nvPr/>
        </p:nvSpPr>
        <p:spPr>
          <a:xfrm>
            <a:off x="7249636" y="4255179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D3B520-412A-2425-0093-698C2510D46D}"/>
              </a:ext>
            </a:extLst>
          </p:cNvPr>
          <p:cNvSpPr txBox="1"/>
          <p:nvPr/>
        </p:nvSpPr>
        <p:spPr>
          <a:xfrm>
            <a:off x="6701937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42BE59-5156-3DD0-8025-1EB88D45FB3A}"/>
              </a:ext>
            </a:extLst>
          </p:cNvPr>
          <p:cNvSpPr/>
          <p:nvPr/>
        </p:nvSpPr>
        <p:spPr>
          <a:xfrm>
            <a:off x="7528550" y="4305008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5347614-7FDD-5EBC-A92D-A144E4592844}"/>
              </a:ext>
            </a:extLst>
          </p:cNvPr>
          <p:cNvSpPr/>
          <p:nvPr/>
        </p:nvSpPr>
        <p:spPr>
          <a:xfrm>
            <a:off x="8001706" y="3951700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D351E8-DD5D-45EC-3D68-1DB03C468311}"/>
              </a:ext>
            </a:extLst>
          </p:cNvPr>
          <p:cNvSpPr/>
          <p:nvPr/>
        </p:nvSpPr>
        <p:spPr>
          <a:xfrm>
            <a:off x="8604448" y="343581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9448ACD-5DAA-22A4-DFC2-E62C5D0F9C1A}"/>
              </a:ext>
            </a:extLst>
          </p:cNvPr>
          <p:cNvSpPr txBox="1"/>
          <p:nvPr/>
        </p:nvSpPr>
        <p:spPr>
          <a:xfrm>
            <a:off x="8452577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779BDC-1D93-71FE-F256-50DC84E4ED11}"/>
              </a:ext>
            </a:extLst>
          </p:cNvPr>
          <p:cNvSpPr txBox="1"/>
          <p:nvPr/>
        </p:nvSpPr>
        <p:spPr>
          <a:xfrm>
            <a:off x="8639211" y="335876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F614B991-D199-C540-CBFA-88B519E4D84D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3052611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B3F63C2-17F9-29AE-391A-D9D9C2850533}"/>
              </a:ext>
            </a:extLst>
          </p:cNvPr>
          <p:cNvSpPr txBox="1"/>
          <p:nvPr/>
        </p:nvSpPr>
        <p:spPr>
          <a:xfrm>
            <a:off x="5724128" y="371247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998D3486-2A70-9920-8ECF-08D75483C498}"/>
              </a:ext>
            </a:extLst>
          </p:cNvPr>
          <p:cNvSpPr txBox="1"/>
          <p:nvPr/>
        </p:nvSpPr>
        <p:spPr>
          <a:xfrm>
            <a:off x="7542059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7B933BE-BF09-ED6C-6EBD-12DEC1D0BFA9}"/>
              </a:ext>
            </a:extLst>
          </p:cNvPr>
          <p:cNvSpPr txBox="1"/>
          <p:nvPr/>
        </p:nvSpPr>
        <p:spPr>
          <a:xfrm>
            <a:off x="5364088" y="2796520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3449CCA-134C-8FF7-188C-2DE2B5FC05EB}"/>
              </a:ext>
            </a:extLst>
          </p:cNvPr>
          <p:cNvSpPr txBox="1"/>
          <p:nvPr/>
        </p:nvSpPr>
        <p:spPr>
          <a:xfrm>
            <a:off x="2865741" y="5030465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13C6E0BF-586E-B0B2-9386-F9E9E698D407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4177088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3545698-DA0B-E5EE-B245-4ACA40131387}"/>
              </a:ext>
            </a:extLst>
          </p:cNvPr>
          <p:cNvSpPr txBox="1"/>
          <p:nvPr/>
        </p:nvSpPr>
        <p:spPr>
          <a:xfrm>
            <a:off x="7380312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C0759E9-DBA1-83B9-2D84-045743A5A19F}"/>
              </a:ext>
            </a:extLst>
          </p:cNvPr>
          <p:cNvSpPr txBox="1"/>
          <p:nvPr/>
        </p:nvSpPr>
        <p:spPr>
          <a:xfrm>
            <a:off x="4623181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C11669D-5816-29F7-FBBC-2969E292762F}"/>
              </a:ext>
            </a:extLst>
          </p:cNvPr>
          <p:cNvSpPr txBox="1"/>
          <p:nvPr/>
        </p:nvSpPr>
        <p:spPr>
          <a:xfrm>
            <a:off x="4911168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983CA2-2580-42A5-47DA-A1410471C3D8}"/>
              </a:ext>
            </a:extLst>
          </p:cNvPr>
          <p:cNvSpPr txBox="1"/>
          <p:nvPr/>
        </p:nvSpPr>
        <p:spPr>
          <a:xfrm>
            <a:off x="4447034" y="5026888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5B9A9A62-1AC6-514A-113F-63EB2317770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2449173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8394B9-085C-B958-FAB6-FFD7C984566B}"/>
              </a:ext>
            </a:extLst>
          </p:cNvPr>
          <p:cNvSpPr txBox="1"/>
          <p:nvPr/>
        </p:nvSpPr>
        <p:spPr>
          <a:xfrm>
            <a:off x="3001699" y="3349701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813</TotalTime>
  <Words>2411</Words>
  <Application>Microsoft Office PowerPoint</Application>
  <PresentationFormat>如螢幕大小 (4:3)</PresentationFormat>
  <Paragraphs>817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5" baseType="lpstr">
      <vt:lpstr>Google Sans</vt:lpstr>
      <vt:lpstr>HGGothicE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2047</cp:revision>
  <cp:lastPrinted>2024-07-30T01:44:15Z</cp:lastPrinted>
  <dcterms:created xsi:type="dcterms:W3CDTF">2019-11-08T03:01:47Z</dcterms:created>
  <dcterms:modified xsi:type="dcterms:W3CDTF">2026-10-20T09:30:13Z</dcterms:modified>
</cp:coreProperties>
</file>