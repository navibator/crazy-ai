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479" r:id="rId20"/>
    <p:sldId id="3467" r:id="rId2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138" y="73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41.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443989240"/>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353</TotalTime>
  <Words>6040</Words>
  <Application>Microsoft Office PowerPoint</Application>
  <PresentationFormat>如螢幕大小 (4:3)</PresentationFormat>
  <Paragraphs>1272</Paragraphs>
  <Slides>20</Slides>
  <Notes>18</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20</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1729</cp:revision>
  <cp:lastPrinted>2024-07-30T01:44:15Z</cp:lastPrinted>
  <dcterms:created xsi:type="dcterms:W3CDTF">2019-11-08T03:01:47Z</dcterms:created>
  <dcterms:modified xsi:type="dcterms:W3CDTF">2026-07-13T08:31:24Z</dcterms:modified>
</cp:coreProperties>
</file>