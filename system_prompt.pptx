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0DCA2E-8967-571A-9A37-E6406D87E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5F74C84-67FE-C26F-41CE-EEF80AEC0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95E2E6-0683-7CC1-BAA1-F3E3E3BFB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408DD-3A11-46F9-A627-4694D617926D}" type="datetimeFigureOut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32E533-5762-D94F-9D77-EDA3A3BF2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952F74-FF8C-6BB1-87B4-ECAE3DE88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5473-4AD3-4CE2-B413-C154D4F3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6328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7DABD0-202C-AD6B-E3DE-C1CD3AB40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88125A-C8DB-6326-999F-8E6A8A2F4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87FCC0-6C38-CCD3-AF3D-1C911ECF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408DD-3A11-46F9-A627-4694D617926D}" type="datetimeFigureOut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884F79-60ED-BCA0-046F-0C3DD7BE3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0BD00E-95DD-E892-CB49-2257932EB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5473-4AD3-4CE2-B413-C154D4F3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6935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BF679B-ABE4-04F3-7636-0819A3FB6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14E207-048D-0397-EE74-A2422556D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87DE26-DA6E-414E-69A7-BD8D96955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408DD-3A11-46F9-A627-4694D617926D}" type="datetimeFigureOut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62A148-5873-C94D-4E94-542254EF8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6072A2-8699-326A-0338-F2BEB771B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5473-4AD3-4CE2-B413-C154D4F3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7963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04CC5C-7F71-9A45-94CF-8D5FC030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5A2CA2-9607-476A-6149-7D0637D3B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094B78D-A2EA-BF25-5EFC-F07F54F59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D304D3-5929-E79B-F750-0F7DB3C44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408DD-3A11-46F9-A627-4694D617926D}" type="datetimeFigureOut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ECC3C01-CF0A-8B05-19AE-3B2FF3C3E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1B8ED61-38D5-67A1-7D81-53AC5AFF6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5473-4AD3-4CE2-B413-C154D4F3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6749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2EC9BA-899C-7AAA-E9BD-6D1B0B0AC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EA0267F-4962-0D03-4F70-A5A132F9C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5D80511-5540-F49C-9235-92097AF93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744A9B2-1F1B-4519-A9F5-4344A8E6D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989E233-7A94-6503-388A-3836DFF7DB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234286C-7ACF-3101-98BB-338EB035A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408DD-3A11-46F9-A627-4694D617926D}" type="datetimeFigureOut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8D688A8-9390-05EA-3D0B-3BD971E8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8AB6139-3FD2-959A-14B3-0544D38A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5473-4AD3-4CE2-B413-C154D4F3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0166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00EFBC-3810-FB17-6F72-4165B626A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9890408-1FAF-30E6-644A-4F7D03117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408DD-3A11-46F9-A627-4694D617926D}" type="datetimeFigureOut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57CDDAC-3843-429F-D7AC-5BA5ADF0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3892CFA-7575-FF25-7163-E212D2F82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5473-4AD3-4CE2-B413-C154D4F3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6292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1E778C1-D38E-83B3-AB55-230FC96D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408DD-3A11-46F9-A627-4694D617926D}" type="datetimeFigureOut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A86F420-B0C8-7AFF-5AC1-210F52C8B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9DA2D7-485B-0923-1B42-719814274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5473-4AD3-4CE2-B413-C154D4F3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931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75C796-F2F2-1D35-11E0-A8E53088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91C52D-051A-65D3-4272-ADC03C739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5B7D69C-AD4D-9F57-C54A-26C2400C0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0A7EB4-69A5-8FCA-E92D-5E60884C3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408DD-3A11-46F9-A627-4694D617926D}" type="datetimeFigureOut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89E6E1-F2B3-DFD4-2D92-00993B171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861AE8-9392-5B5E-9AA0-E1123BBD2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5473-4AD3-4CE2-B413-C154D4F3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871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3F652A-6A53-55F3-0304-8832D2088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81FFE3E-A38C-539F-8A64-9B42A10668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C3F848C-52F8-F22A-6464-20E1643B0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B401CBF-B4E6-6CC0-5236-93496A96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408DD-3A11-46F9-A627-4694D617926D}" type="datetimeFigureOut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F70236A-FA27-74AB-E16F-0B4C9243A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9D7B702-5B7C-BAB8-5B4D-B409E88E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5473-4AD3-4CE2-B413-C154D4F3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5247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98A813-C0D3-950C-E65E-D3501D890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B6A27A3-1F96-473E-5CAF-D58317093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E0BAC2-9345-E542-E193-E3CEDEB57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408DD-3A11-46F9-A627-4694D617926D}" type="datetimeFigureOut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E3BBC0-DCEB-6B7E-B385-615AE9CCD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A64AC9-3367-190D-07E9-62F111872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5473-4AD3-4CE2-B413-C154D4F3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720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98A9EDE-FE3A-30DF-B328-5C33009C9A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0AE6388-9413-CD12-6479-BD7465A00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60EF49-8128-F8FB-D8EC-7BFF7C37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408DD-3A11-46F9-A627-4694D617926D}" type="datetimeFigureOut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63214F-603B-A732-4285-1B0B10D79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2F5A92-F8DC-B030-7027-EC2677104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5473-4AD3-4CE2-B413-C154D4F3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149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C3862A8-A580-ECA0-438C-79CC17D33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E54AF1-E37F-0B12-1ABC-4ABA55799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EE5AEC-0517-2EEA-A8D0-EA5B21B4D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8408DD-3A11-46F9-A627-4694D617926D}" type="datetimeFigureOut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3191C5-ABF1-BA31-0206-C97DCC6CF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964978-E232-8196-9B7B-9B6954206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E15473-4AD3-4CE2-B413-C154D4F3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569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74E382E-8463-3FA5-C6AE-276888641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42" y="891728"/>
            <a:ext cx="6360554" cy="5877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90169FB-75A6-2D94-5957-D0CCC6555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151" y="3021548"/>
            <a:ext cx="4505608" cy="17792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C007AF6-603A-629B-A06B-2CD59422F789}"/>
              </a:ext>
            </a:extLst>
          </p:cNvPr>
          <p:cNvSpPr/>
          <p:nvPr/>
        </p:nvSpPr>
        <p:spPr>
          <a:xfrm>
            <a:off x="1458488" y="1923264"/>
            <a:ext cx="3748284" cy="377852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C7F387-EE91-5D4B-E5AC-0E1E77536445}"/>
              </a:ext>
            </a:extLst>
          </p:cNvPr>
          <p:cNvSpPr/>
          <p:nvPr/>
        </p:nvSpPr>
        <p:spPr>
          <a:xfrm>
            <a:off x="1454898" y="1497268"/>
            <a:ext cx="5948398" cy="377852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6754D68A-EB7F-2542-2C66-96A76E5D917E}"/>
              </a:ext>
            </a:extLst>
          </p:cNvPr>
          <p:cNvCxnSpPr>
            <a:cxnSpLocks/>
            <a:stCxn id="6" idx="1"/>
            <a:endCxn id="15" idx="1"/>
          </p:cNvCxnSpPr>
          <p:nvPr/>
        </p:nvCxnSpPr>
        <p:spPr>
          <a:xfrm rot="10800000" flipV="1">
            <a:off x="1144922" y="1686193"/>
            <a:ext cx="309977" cy="3780781"/>
          </a:xfrm>
          <a:prstGeom prst="bentConnector3">
            <a:avLst>
              <a:gd name="adj1" fmla="val 173747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4154CAD-822E-9E5F-F445-E88460BEDF4E}"/>
              </a:ext>
            </a:extLst>
          </p:cNvPr>
          <p:cNvSpPr/>
          <p:nvPr/>
        </p:nvSpPr>
        <p:spPr>
          <a:xfrm>
            <a:off x="1144921" y="4164745"/>
            <a:ext cx="6147227" cy="2604459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1F2C084-1F28-FEEC-1632-B2048A615545}"/>
              </a:ext>
            </a:extLst>
          </p:cNvPr>
          <p:cNvSpPr/>
          <p:nvPr/>
        </p:nvSpPr>
        <p:spPr>
          <a:xfrm>
            <a:off x="1555755" y="3186800"/>
            <a:ext cx="5207781" cy="536547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78C543-AF30-55F2-D518-30A35928F329}"/>
              </a:ext>
            </a:extLst>
          </p:cNvPr>
          <p:cNvSpPr/>
          <p:nvPr/>
        </p:nvSpPr>
        <p:spPr>
          <a:xfrm>
            <a:off x="7765409" y="3688406"/>
            <a:ext cx="4244350" cy="695042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3FF24D6-C98B-AED6-E8B3-C355AE7C4946}"/>
              </a:ext>
            </a:extLst>
          </p:cNvPr>
          <p:cNvSpPr txBox="1"/>
          <p:nvPr/>
        </p:nvSpPr>
        <p:spPr>
          <a:xfrm>
            <a:off x="330457" y="612958"/>
            <a:ext cx="71933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en-US" altLang="zh-CN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CN" altLang="en-US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傳出使用者的問話（</a:t>
            </a:r>
            <a:r>
              <a:rPr lang="en-US" altLang="zh-CN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user prompt</a:t>
            </a:r>
            <a:r>
              <a:rPr lang="zh-CN" altLang="en-US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en-US" altLang="zh-CN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CN" altLang="en-US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系統提示詞（</a:t>
            </a:r>
            <a:r>
              <a:rPr lang="en-US" altLang="zh-CN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prompt</a:t>
            </a:r>
            <a:r>
              <a:rPr lang="zh-CN" altLang="en-US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）包含工具的資訊給大模型</a:t>
            </a:r>
            <a:endParaRPr lang="zh-TW" altLang="en-US" sz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7EC669B-7AE9-2B92-0DD9-2197E6373F03}"/>
              </a:ext>
            </a:extLst>
          </p:cNvPr>
          <p:cNvSpPr txBox="1"/>
          <p:nvPr/>
        </p:nvSpPr>
        <p:spPr>
          <a:xfrm>
            <a:off x="428510" y="66052"/>
            <a:ext cx="3369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 Agent</a:t>
            </a:r>
            <a:r>
              <a:rPr lang="zh-CN" altLang="en-US" sz="12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如何操作工具（</a:t>
            </a:r>
            <a:r>
              <a:rPr lang="en-US" altLang="zh-CN" sz="1200" dirty="0" err="1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openclaw</a:t>
            </a:r>
            <a:r>
              <a:rPr lang="zh-CN" altLang="en-US" sz="12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具體實例）</a:t>
            </a:r>
            <a:endParaRPr lang="zh-TW" altLang="en-US" sz="12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5473FF9-5F65-496C-3E4D-6739B7ACC249}"/>
              </a:ext>
            </a:extLst>
          </p:cNvPr>
          <p:cNvSpPr txBox="1"/>
          <p:nvPr/>
        </p:nvSpPr>
        <p:spPr>
          <a:xfrm>
            <a:off x="3927147" y="4541392"/>
            <a:ext cx="2108269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系統提示詞中也有工具的使用提示</a:t>
            </a:r>
            <a:endParaRPr lang="zh-TW" altLang="en-US" sz="1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241F81F-5AC4-0B8A-5FA4-F469FCBDE7ED}"/>
              </a:ext>
            </a:extLst>
          </p:cNvPr>
          <p:cNvSpPr/>
          <p:nvPr/>
        </p:nvSpPr>
        <p:spPr>
          <a:xfrm>
            <a:off x="1239352" y="4791154"/>
            <a:ext cx="5153890" cy="141253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A6F5C07-5BDE-1968-4F1C-A6163A18180A}"/>
              </a:ext>
            </a:extLst>
          </p:cNvPr>
          <p:cNvSpPr txBox="1"/>
          <p:nvPr/>
        </p:nvSpPr>
        <p:spPr>
          <a:xfrm>
            <a:off x="3752063" y="3290500"/>
            <a:ext cx="1412566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CN" altLang="en-US" sz="1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有工具的使用説明</a:t>
            </a:r>
            <a:endParaRPr lang="zh-TW" altLang="en-US" sz="1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419F0917-D6D2-0663-28D0-87F98AF03E1A}"/>
              </a:ext>
            </a:extLst>
          </p:cNvPr>
          <p:cNvSpPr txBox="1"/>
          <p:nvPr/>
        </p:nvSpPr>
        <p:spPr>
          <a:xfrm>
            <a:off x="7745506" y="1242402"/>
            <a:ext cx="40030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CN" altLang="en-US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收到大模型要求執行工具調用，本地執行這個工具指令</a:t>
            </a:r>
            <a:endParaRPr lang="zh-TW" altLang="en-US" sz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C99635CC-FB5F-D773-BB77-E2A84660D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696" y="103426"/>
            <a:ext cx="2685840" cy="4786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5E224571-6F7C-786B-B247-433971A9B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248" y="1686193"/>
            <a:ext cx="4651604" cy="11685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" name="文字方塊 47">
            <a:extLst>
              <a:ext uri="{FF2B5EF4-FFF2-40B4-BE49-F238E27FC236}">
                <a16:creationId xmlns:a16="http://schemas.microsoft.com/office/drawing/2014/main" id="{D323B715-0111-E94B-9337-93E4D794CF1E}"/>
              </a:ext>
            </a:extLst>
          </p:cNvPr>
          <p:cNvSpPr txBox="1"/>
          <p:nvPr/>
        </p:nvSpPr>
        <p:spPr>
          <a:xfrm>
            <a:off x="5150219" y="1998731"/>
            <a:ext cx="930063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user prompt</a:t>
            </a:r>
            <a:endParaRPr lang="zh-TW" altLang="en-US" sz="1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662F09A1-E287-B0DF-2A9D-D0B4BD7C336A}"/>
              </a:ext>
            </a:extLst>
          </p:cNvPr>
          <p:cNvSpPr txBox="1"/>
          <p:nvPr/>
        </p:nvSpPr>
        <p:spPr>
          <a:xfrm>
            <a:off x="4595688" y="1249276"/>
            <a:ext cx="1091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prompt</a:t>
            </a:r>
            <a:endParaRPr lang="zh-TW" altLang="en-US" sz="1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5241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856B6AA2-2CF4-DEEE-F773-18D1F3B9B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24" y="2359945"/>
            <a:ext cx="6218540" cy="42417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39014E0-7321-A89C-6FF8-1E27C5ABD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276" y="3429000"/>
            <a:ext cx="5193200" cy="8202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14DD395C-3F44-7ADF-58F1-CEF8AC2ECA22}"/>
              </a:ext>
            </a:extLst>
          </p:cNvPr>
          <p:cNvSpPr txBox="1"/>
          <p:nvPr/>
        </p:nvSpPr>
        <p:spPr>
          <a:xfrm>
            <a:off x="522593" y="205800"/>
            <a:ext cx="33089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en-US" altLang="zh-CN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CN" altLang="en-US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傳出歷史記錄</a:t>
            </a:r>
            <a:r>
              <a:rPr lang="en-US" altLang="zh-CN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CN" altLang="en-US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工具執行的結果給大模型</a:t>
            </a:r>
            <a:endParaRPr lang="zh-TW" altLang="en-US" sz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B4FDFE-4508-79C3-B679-B1C07E9802C0}"/>
              </a:ext>
            </a:extLst>
          </p:cNvPr>
          <p:cNvSpPr/>
          <p:nvPr/>
        </p:nvSpPr>
        <p:spPr>
          <a:xfrm>
            <a:off x="491299" y="4311571"/>
            <a:ext cx="6019311" cy="222838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2ED081B-26E6-2AE6-20BF-EE441A86696D}"/>
              </a:ext>
            </a:extLst>
          </p:cNvPr>
          <p:cNvSpPr/>
          <p:nvPr/>
        </p:nvSpPr>
        <p:spPr>
          <a:xfrm>
            <a:off x="491299" y="5140668"/>
            <a:ext cx="2535651" cy="1568321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9819C47E-C4F2-31B0-EC48-456E95AB83F6}"/>
              </a:ext>
            </a:extLst>
          </p:cNvPr>
          <p:cNvCxnSpPr>
            <a:cxnSpLocks/>
            <a:stCxn id="12" idx="1"/>
            <a:endCxn id="18" idx="1"/>
          </p:cNvCxnSpPr>
          <p:nvPr/>
        </p:nvCxnSpPr>
        <p:spPr>
          <a:xfrm rot="10800000" flipV="1">
            <a:off x="491299" y="4422989"/>
            <a:ext cx="12700" cy="1501839"/>
          </a:xfrm>
          <a:prstGeom prst="bentConnector3">
            <a:avLst>
              <a:gd name="adj1" fmla="val 180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F7B9993-F344-4E09-33FE-02603F8D4814}"/>
              </a:ext>
            </a:extLst>
          </p:cNvPr>
          <p:cNvSpPr txBox="1"/>
          <p:nvPr/>
        </p:nvSpPr>
        <p:spPr>
          <a:xfrm>
            <a:off x="7272515" y="714217"/>
            <a:ext cx="18485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CN" altLang="en-US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收到大模型最後的回答</a:t>
            </a:r>
            <a:endParaRPr lang="zh-TW" altLang="en-US" sz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93D411A-A3F0-8EA7-33DA-7D7C47F26E44}"/>
              </a:ext>
            </a:extLst>
          </p:cNvPr>
          <p:cNvSpPr/>
          <p:nvPr/>
        </p:nvSpPr>
        <p:spPr>
          <a:xfrm>
            <a:off x="7075793" y="3889457"/>
            <a:ext cx="5011191" cy="229185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DDB4C16D-8CD8-AF4E-9E8D-79BAC4650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097" y="452382"/>
            <a:ext cx="3995594" cy="18003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CEF825C6-2C65-FED4-92C7-EAC8092EE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903" y="1130884"/>
            <a:ext cx="4737437" cy="20678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0906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</Words>
  <Application>Microsoft Office PowerPoint</Application>
  <PresentationFormat>寬螢幕</PresentationFormat>
  <Paragraphs>9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微軟正黑體</vt:lpstr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tien</dc:creator>
  <cp:lastModifiedBy>felix tien</cp:lastModifiedBy>
  <cp:revision>1</cp:revision>
  <dcterms:created xsi:type="dcterms:W3CDTF">2026-07-31T03:51:40Z</dcterms:created>
  <dcterms:modified xsi:type="dcterms:W3CDTF">2026-07-31T03:52:59Z</dcterms:modified>
</cp:coreProperties>
</file>