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496" r:id="rId12"/>
    <p:sldId id="3508" r:id="rId13"/>
    <p:sldId id="3505" r:id="rId14"/>
    <p:sldId id="3482" r:id="rId15"/>
    <p:sldId id="3507" r:id="rId16"/>
    <p:sldId id="3510" r:id="rId17"/>
    <p:sldId id="3489" r:id="rId18"/>
    <p:sldId id="3495" r:id="rId19"/>
    <p:sldId id="3503" r:id="rId20"/>
    <p:sldId id="3460" r:id="rId21"/>
    <p:sldId id="3504" r:id="rId22"/>
    <p:sldId id="257" r:id="rId23"/>
    <p:sldId id="265" r:id="rId2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496"/>
            <p14:sldId id="3508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5" autoAdjust="0"/>
  </p:normalViewPr>
  <p:slideViewPr>
    <p:cSldViewPr>
      <p:cViewPr>
        <p:scale>
          <a:sx n="100" d="100"/>
          <a:sy n="100" d="100"/>
        </p:scale>
        <p:origin x="1428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(Quantized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>
              <a:schemeClr val="accent4">
                <a:lumMod val="20000"/>
                <a:lumOff val="80000"/>
                <a:alpha val="4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803611"/>
              </p:ext>
            </p:extLst>
          </p:nvPr>
        </p:nvGraphicFramePr>
        <p:xfrm>
          <a:off x="716896" y="4109028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719832"/>
              </p:ext>
            </p:extLst>
          </p:nvPr>
        </p:nvGraphicFramePr>
        <p:xfrm>
          <a:off x="247794" y="5266243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36617E0-4A67-83DD-FEE4-BE38F33F526E}"/>
              </a:ext>
            </a:extLst>
          </p:cNvPr>
          <p:cNvSpPr txBox="1"/>
          <p:nvPr/>
        </p:nvSpPr>
        <p:spPr>
          <a:xfrm>
            <a:off x="3987552" y="4123346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B56030E-188C-DD71-70D4-C19589965500}"/>
              </a:ext>
            </a:extLst>
          </p:cNvPr>
          <p:cNvSpPr txBox="1"/>
          <p:nvPr/>
        </p:nvSpPr>
        <p:spPr>
          <a:xfrm>
            <a:off x="3845887" y="2725010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81EEC4E-0BBA-CF4F-69B4-1DB6E6B60456}"/>
              </a:ext>
            </a:extLst>
          </p:cNvPr>
          <p:cNvSpPr txBox="1"/>
          <p:nvPr/>
        </p:nvSpPr>
        <p:spPr>
          <a:xfrm>
            <a:off x="3845887" y="328257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F87BC20-FC0D-C9B6-3573-94620F5A2D37}"/>
              </a:ext>
            </a:extLst>
          </p:cNvPr>
          <p:cNvSpPr txBox="1"/>
          <p:nvPr/>
        </p:nvSpPr>
        <p:spPr>
          <a:xfrm>
            <a:off x="3845887" y="2035114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A12C24F6-823E-4624-BFBB-27668484B3EC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4421951" y="2395154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43292677-53C3-A391-7FAF-584C00F71527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>
          <a:xfrm flipH="1" flipV="1">
            <a:off x="4421951" y="3805794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0AB2EEA-8250-A822-E1DB-F5469F5C921E}"/>
              </a:ext>
            </a:extLst>
          </p:cNvPr>
          <p:cNvCxnSpPr>
            <a:cxnSpLocks/>
            <a:stCxn id="51" idx="0"/>
            <a:endCxn id="50" idx="2"/>
          </p:cNvCxnSpPr>
          <p:nvPr/>
        </p:nvCxnSpPr>
        <p:spPr>
          <a:xfrm flipV="1">
            <a:off x="4421951" y="3170520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2FB4D62A-61B8-C63B-BB55-9CA89DFCE7D6}"/>
              </a:ext>
            </a:extLst>
          </p:cNvPr>
          <p:cNvCxnSpPr>
            <a:cxnSpLocks/>
            <a:stCxn id="53" idx="3"/>
            <a:endCxn id="48" idx="3"/>
          </p:cNvCxnSpPr>
          <p:nvPr/>
        </p:nvCxnSpPr>
        <p:spPr>
          <a:xfrm flipH="1">
            <a:off x="4860032" y="2215134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03BF5193-2B39-BE10-E247-BBEC3F812208}"/>
              </a:ext>
            </a:extLst>
          </p:cNvPr>
          <p:cNvSpPr txBox="1"/>
          <p:nvPr/>
        </p:nvSpPr>
        <p:spPr>
          <a:xfrm>
            <a:off x="3536693" y="349502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533F08BF-9748-A1E4-6F1C-CFF916DB1525}"/>
              </a:ext>
            </a:extLst>
          </p:cNvPr>
          <p:cNvSpPr/>
          <p:nvPr/>
        </p:nvSpPr>
        <p:spPr>
          <a:xfrm>
            <a:off x="2574523" y="3194970"/>
            <a:ext cx="1464538" cy="1512168"/>
          </a:xfrm>
          <a:prstGeom prst="roundRect">
            <a:avLst>
              <a:gd name="adj" fmla="val 10053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F2706C8A-B99C-81CE-5063-6DA30E370359}"/>
              </a:ext>
            </a:extLst>
          </p:cNvPr>
          <p:cNvSpPr/>
          <p:nvPr/>
        </p:nvSpPr>
        <p:spPr>
          <a:xfrm>
            <a:off x="3701871" y="2575174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06C9076E-FB3C-0041-7435-E4C4115B85A9}"/>
              </a:ext>
            </a:extLst>
          </p:cNvPr>
          <p:cNvSpPr txBox="1"/>
          <p:nvPr/>
        </p:nvSpPr>
        <p:spPr>
          <a:xfrm>
            <a:off x="7299516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2E7C3A3A-A52A-EC27-A4C2-637E989567BC}"/>
              </a:ext>
            </a:extLst>
          </p:cNvPr>
          <p:cNvSpPr/>
          <p:nvPr/>
        </p:nvSpPr>
        <p:spPr>
          <a:xfrm>
            <a:off x="7013835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8341FC4B-B783-8B62-FD71-09F4FA2505D0}"/>
              </a:ext>
            </a:extLst>
          </p:cNvPr>
          <p:cNvSpPr txBox="1"/>
          <p:nvPr/>
        </p:nvSpPr>
        <p:spPr>
          <a:xfrm>
            <a:off x="7157851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AA1420A-F6FA-6FBA-AB42-174928F69B88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D10AF3BD-969F-012C-B59E-DDAFB2A053FC}"/>
              </a:ext>
            </a:extLst>
          </p:cNvPr>
          <p:cNvSpPr txBox="1"/>
          <p:nvPr/>
        </p:nvSpPr>
        <p:spPr>
          <a:xfrm>
            <a:off x="7157851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63251D2-D298-2201-A842-83D1BFD46044}"/>
              </a:ext>
            </a:extLst>
          </p:cNvPr>
          <p:cNvSpPr txBox="1"/>
          <p:nvPr/>
        </p:nvSpPr>
        <p:spPr>
          <a:xfrm>
            <a:off x="7157851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4ABECF00-0C44-36BF-DB3C-AB8198355FC6}"/>
              </a:ext>
            </a:extLst>
          </p:cNvPr>
          <p:cNvCxnSpPr>
            <a:cxnSpLocks/>
            <a:stCxn id="109" idx="0"/>
            <a:endCxn id="110" idx="2"/>
          </p:cNvCxnSpPr>
          <p:nvPr/>
        </p:nvCxnSpPr>
        <p:spPr>
          <a:xfrm flipV="1">
            <a:off x="7733915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43A0A9C-C633-50EA-CD22-AA6B770B59B6}"/>
              </a:ext>
            </a:extLst>
          </p:cNvPr>
          <p:cNvCxnSpPr>
            <a:cxnSpLocks/>
            <a:stCxn id="107" idx="0"/>
            <a:endCxn id="109" idx="2"/>
          </p:cNvCxnSpPr>
          <p:nvPr/>
        </p:nvCxnSpPr>
        <p:spPr>
          <a:xfrm flipV="1">
            <a:off x="7733915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B5C3E654-7C4E-9345-F47D-31CBD3E2AD04}"/>
              </a:ext>
            </a:extLst>
          </p:cNvPr>
          <p:cNvCxnSpPr>
            <a:cxnSpLocks/>
            <a:stCxn id="105" idx="0"/>
            <a:endCxn id="108" idx="2"/>
          </p:cNvCxnSpPr>
          <p:nvPr/>
        </p:nvCxnSpPr>
        <p:spPr>
          <a:xfrm flipH="1" flipV="1">
            <a:off x="7733915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16A1D77D-1ECA-ADC7-27B2-8B4FF84E7CDA}"/>
              </a:ext>
            </a:extLst>
          </p:cNvPr>
          <p:cNvCxnSpPr>
            <a:cxnSpLocks/>
            <a:stCxn id="108" idx="0"/>
            <a:endCxn id="107" idx="2"/>
          </p:cNvCxnSpPr>
          <p:nvPr/>
        </p:nvCxnSpPr>
        <p:spPr>
          <a:xfrm flipV="1">
            <a:off x="7733915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接點: 肘形 114">
            <a:extLst>
              <a:ext uri="{FF2B5EF4-FFF2-40B4-BE49-F238E27FC236}">
                <a16:creationId xmlns:a16="http://schemas.microsoft.com/office/drawing/2014/main" id="{7776C5A4-4B6A-12FB-8259-75B9AD6EE2D4}"/>
              </a:ext>
            </a:extLst>
          </p:cNvPr>
          <p:cNvCxnSpPr>
            <a:cxnSpLocks/>
            <a:stCxn id="110" idx="3"/>
            <a:endCxn id="105" idx="3"/>
          </p:cNvCxnSpPr>
          <p:nvPr/>
        </p:nvCxnSpPr>
        <p:spPr>
          <a:xfrm flipH="1">
            <a:off x="8171996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AFC95E08-84BB-29F4-74F1-37AFDF69A1D8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695CC539-B00C-996D-C817-E1CCB0E8B44C}"/>
              </a:ext>
            </a:extLst>
          </p:cNvPr>
          <p:cNvGrpSpPr/>
          <p:nvPr/>
        </p:nvGrpSpPr>
        <p:grpSpPr>
          <a:xfrm>
            <a:off x="6804248" y="3167464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A8F57A45-9C5F-E502-A914-ADCEA87876FD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23562B40-47BA-9A31-61BE-87AF074D317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4097F1C0-C540-BBED-14F3-7C1A71B6967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515ED81-7E3E-98B4-D8D9-14B110FAFC23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8BADC09C-D0ED-8C40-E254-FDB2B658198E}"/>
              </a:ext>
            </a:extLst>
          </p:cNvPr>
          <p:cNvCxnSpPr>
            <a:cxnSpLocks/>
            <a:stCxn id="119" idx="0"/>
            <a:endCxn id="105" idx="2"/>
          </p:cNvCxnSpPr>
          <p:nvPr/>
        </p:nvCxnSpPr>
        <p:spPr>
          <a:xfrm flipH="1" flipV="1">
            <a:off x="7735756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箭號: 向下 123">
            <a:extLst>
              <a:ext uri="{FF2B5EF4-FFF2-40B4-BE49-F238E27FC236}">
                <a16:creationId xmlns:a16="http://schemas.microsoft.com/office/drawing/2014/main" id="{461C5070-2FA5-BBB8-6FD8-1326CA8E0764}"/>
              </a:ext>
            </a:extLst>
          </p:cNvPr>
          <p:cNvSpPr/>
          <p:nvPr/>
        </p:nvSpPr>
        <p:spPr>
          <a:xfrm rot="10800000">
            <a:off x="7733911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6" name="箭號: 向下 125">
            <a:extLst>
              <a:ext uri="{FF2B5EF4-FFF2-40B4-BE49-F238E27FC236}">
                <a16:creationId xmlns:a16="http://schemas.microsoft.com/office/drawing/2014/main" id="{E0C06F27-0D34-95D9-C9E3-99A1C278D9A0}"/>
              </a:ext>
            </a:extLst>
          </p:cNvPr>
          <p:cNvSpPr/>
          <p:nvPr/>
        </p:nvSpPr>
        <p:spPr>
          <a:xfrm rot="10800000">
            <a:off x="6516217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E811FF5-84F4-15CE-BC55-CD103BF82807}"/>
              </a:ext>
            </a:extLst>
          </p:cNvPr>
          <p:cNvSpPr txBox="1"/>
          <p:nvPr/>
        </p:nvSpPr>
        <p:spPr>
          <a:xfrm>
            <a:off x="3987552" y="5342461"/>
            <a:ext cx="5114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u="none" strike="noStrike" dirty="0">
                <a:effectLst/>
                <a:latin typeface="Google Sans"/>
              </a:rPr>
              <a:t>Technical Substrate</a:t>
            </a:r>
            <a:r>
              <a:rPr lang="zh-TW" altLang="zh-TW" dirty="0"/>
              <a:t>: All 4 frameworks natively support advanced </a:t>
            </a:r>
            <a:r>
              <a:rPr lang="zh-TW" altLang="zh-TW" sz="1200" b="1" u="none" strike="noStrike" dirty="0">
                <a:effectLst/>
                <a:latin typeface="Google Sans"/>
              </a:rPr>
              <a:t>8-bit Optimizers</a:t>
            </a:r>
            <a:r>
              <a:rPr lang="zh-TW" altLang="zh-TW" dirty="0"/>
              <a:t> (e.g., PagedAdamW) and </a:t>
            </a:r>
            <a:r>
              <a:rPr lang="zh-TW" altLang="zh-TW" sz="1200" b="1" u="none" strike="noStrike" dirty="0">
                <a:effectLst/>
                <a:latin typeface="Google Sans"/>
              </a:rPr>
              <a:t>4-bit/8-bit Quantization (QLoRA)</a:t>
            </a:r>
            <a:r>
              <a:rPr lang="zh-TW" altLang="zh-TW" dirty="0"/>
              <a:t> to minimize VRAM footprints.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33164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399593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28396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46873"/>
              </p:ext>
            </p:extLst>
          </p:nvPr>
        </p:nvGraphicFramePr>
        <p:xfrm>
          <a:off x="141041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894271"/>
              </p:ext>
            </p:extLst>
          </p:nvPr>
        </p:nvGraphicFramePr>
        <p:xfrm>
          <a:off x="407341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58001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150"/>
              </p:ext>
            </p:extLst>
          </p:nvPr>
        </p:nvGraphicFramePr>
        <p:xfrm>
          <a:off x="220250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009156"/>
              </p:ext>
            </p:extLst>
          </p:nvPr>
        </p:nvGraphicFramePr>
        <p:xfrm>
          <a:off x="407022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78877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584666"/>
              </p:ext>
            </p:extLst>
          </p:nvPr>
        </p:nvGraphicFramePr>
        <p:xfrm>
          <a:off x="249566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0900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882247"/>
              </p:ext>
            </p:extLst>
          </p:nvPr>
        </p:nvGraphicFramePr>
        <p:xfrm>
          <a:off x="550810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57200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0992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28889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0144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0992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35587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20430"/>
              </p:ext>
            </p:extLst>
          </p:nvPr>
        </p:nvGraphicFramePr>
        <p:xfrm>
          <a:off x="157207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58000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622841"/>
              </p:ext>
            </p:extLst>
          </p:nvPr>
        </p:nvGraphicFramePr>
        <p:xfrm>
          <a:off x="220250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197971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4713"/>
              </p:ext>
            </p:extLst>
          </p:nvPr>
        </p:nvGraphicFramePr>
        <p:xfrm>
          <a:off x="25152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530113"/>
              </p:ext>
            </p:extLst>
          </p:nvPr>
        </p:nvGraphicFramePr>
        <p:xfrm>
          <a:off x="102953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33508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63474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49257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28134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06556BE-6C77-8C64-CA3B-47626D0D68AA}"/>
              </a:ext>
            </a:extLst>
          </p:cNvPr>
          <p:cNvSpPr txBox="1"/>
          <p:nvPr/>
        </p:nvSpPr>
        <p:spPr>
          <a:xfrm>
            <a:off x="7299516" y="2780928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F2A9BE-A453-8694-6FB6-FA663B38DCF1}"/>
              </a:ext>
            </a:extLst>
          </p:cNvPr>
          <p:cNvSpPr txBox="1"/>
          <p:nvPr/>
        </p:nvSpPr>
        <p:spPr>
          <a:xfrm>
            <a:off x="7157851" y="1382592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5A894-317F-F418-C66B-25E99094EC7C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218A202-D8A9-E81D-D989-7EA0A7693460}"/>
              </a:ext>
            </a:extLst>
          </p:cNvPr>
          <p:cNvSpPr txBox="1"/>
          <p:nvPr/>
        </p:nvSpPr>
        <p:spPr>
          <a:xfrm>
            <a:off x="7157851" y="692696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4C81268E-6D02-2E21-2099-2D9284747145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052736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628AED58-A894-F9EE-4ADD-7A8CD059F12E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463376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0296C0FB-7FBD-436A-F516-A708FFF9A4D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1828102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6B7CFA7A-FA55-912B-F440-4C225065F6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872716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37CCDC4-6B01-916C-B04F-8DE18F9395AD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3B48FC1C-1FEA-BEEB-5CDB-15C096C56975}"/>
              </a:ext>
            </a:extLst>
          </p:cNvPr>
          <p:cNvSpPr/>
          <p:nvPr/>
        </p:nvSpPr>
        <p:spPr>
          <a:xfrm>
            <a:off x="7013835" y="1232756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1CE27FA2-16E2-7291-793C-CE1CBFB5CB2F}"/>
              </a:ext>
            </a:extLst>
          </p:cNvPr>
          <p:cNvSpPr/>
          <p:nvPr/>
        </p:nvSpPr>
        <p:spPr>
          <a:xfrm rot="10800000">
            <a:off x="7810771" y="1172793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8" idx="2"/>
          </p:cNvCxnSpPr>
          <p:nvPr/>
        </p:nvCxnSpPr>
        <p:spPr>
          <a:xfrm flipV="1">
            <a:off x="1827066" y="2000400"/>
            <a:ext cx="0" cy="7343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10442</Words>
  <Application>Microsoft Office PowerPoint</Application>
  <PresentationFormat>如螢幕大小 (4:3)</PresentationFormat>
  <Paragraphs>1280</Paragraphs>
  <Slides>23</Slides>
  <Notes>21</Notes>
  <HiddenSlides>5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9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1720</cp:revision>
  <cp:lastPrinted>2024-07-30T01:44:15Z</cp:lastPrinted>
  <dcterms:created xsi:type="dcterms:W3CDTF">2019-11-08T03:01:47Z</dcterms:created>
  <dcterms:modified xsi:type="dcterms:W3CDTF">2026-07-12T11:27:37Z</dcterms:modified>
</cp:coreProperties>
</file>