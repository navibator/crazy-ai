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1584" y="59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58214768"/>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1200</TotalTime>
  <Words>7665</Words>
  <Application>Microsoft Office PowerPoint</Application>
  <PresentationFormat>如螢幕大小 (4:3)</PresentationFormat>
  <Paragraphs>1290</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1777</cp:revision>
  <cp:lastPrinted>2024-07-30T01:44:15Z</cp:lastPrinted>
  <dcterms:created xsi:type="dcterms:W3CDTF">2019-11-08T03:01:47Z</dcterms:created>
  <dcterms:modified xsi:type="dcterms:W3CDTF">2026-07-24T03:10:41Z</dcterms:modified>
</cp:coreProperties>
</file>